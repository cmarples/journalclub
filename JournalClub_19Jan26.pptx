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14"/>
  </p:notesMasterIdLst>
  <p:sldIdLst>
    <p:sldId id="256" r:id="rId2"/>
    <p:sldId id="262" r:id="rId3"/>
    <p:sldId id="271" r:id="rId4"/>
    <p:sldId id="263" r:id="rId5"/>
    <p:sldId id="261" r:id="rId6"/>
    <p:sldId id="273" r:id="rId7"/>
    <p:sldId id="276" r:id="rId8"/>
    <p:sldId id="274" r:id="rId9"/>
    <p:sldId id="277" r:id="rId10"/>
    <p:sldId id="270" r:id="rId11"/>
    <p:sldId id="264" r:id="rId12"/>
    <p:sldId id="27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C32723-835F-4F92-8314-BDA3CC9FEEC3}" v="928" dt="2026-01-19T10:14:48.0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669" autoAdjust="0"/>
    <p:restoredTop sz="94660"/>
  </p:normalViewPr>
  <p:slideViewPr>
    <p:cSldViewPr snapToGrid="0">
      <p:cViewPr varScale="1">
        <p:scale>
          <a:sx n="70" d="100"/>
          <a:sy n="70" d="100"/>
        </p:scale>
        <p:origin x="446" y="278"/>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llum Marples" userId="181b5ecd0973825d" providerId="LiveId" clId="{F9280AE4-1E3A-4724-AC8B-34A33F65DC35}"/>
    <pc:docChg chg="undo custSel addSld delSld modSld sldOrd">
      <pc:chgData name="Callum Marples" userId="181b5ecd0973825d" providerId="LiveId" clId="{F9280AE4-1E3A-4724-AC8B-34A33F65DC35}" dt="2026-01-19T10:14:47.725" v="7769" actId="20577"/>
      <pc:docMkLst>
        <pc:docMk/>
      </pc:docMkLst>
      <pc:sldChg chg="modSp mod">
        <pc:chgData name="Callum Marples" userId="181b5ecd0973825d" providerId="LiveId" clId="{F9280AE4-1E3A-4724-AC8B-34A33F65DC35}" dt="2026-01-15T11:47:11.242" v="10" actId="20577"/>
        <pc:sldMkLst>
          <pc:docMk/>
          <pc:sldMk cId="3370155537" sldId="256"/>
        </pc:sldMkLst>
        <pc:spChg chg="mod">
          <ac:chgData name="Callum Marples" userId="181b5ecd0973825d" providerId="LiveId" clId="{F9280AE4-1E3A-4724-AC8B-34A33F65DC35}" dt="2026-01-15T11:47:11.242" v="10" actId="20577"/>
          <ac:spMkLst>
            <pc:docMk/>
            <pc:sldMk cId="3370155537" sldId="256"/>
            <ac:spMk id="3" creationId="{681F68B8-DAD2-6FCF-71CD-2ED0C7662E89}"/>
          </ac:spMkLst>
        </pc:spChg>
      </pc:sldChg>
      <pc:sldChg chg="addSp delSp modSp mod delAnim">
        <pc:chgData name="Callum Marples" userId="181b5ecd0973825d" providerId="LiveId" clId="{F9280AE4-1E3A-4724-AC8B-34A33F65DC35}" dt="2026-01-16T14:43:15.719" v="7666" actId="1036"/>
        <pc:sldMkLst>
          <pc:docMk/>
          <pc:sldMk cId="623000076" sldId="261"/>
        </pc:sldMkLst>
        <pc:spChg chg="mod">
          <ac:chgData name="Callum Marples" userId="181b5ecd0973825d" providerId="LiveId" clId="{F9280AE4-1E3A-4724-AC8B-34A33F65DC35}" dt="2026-01-15T14:36:41.010" v="3805" actId="20577"/>
          <ac:spMkLst>
            <pc:docMk/>
            <pc:sldMk cId="623000076" sldId="261"/>
            <ac:spMk id="4" creationId="{780ADE8C-41A0-BF2E-A78C-0114635E3587}"/>
          </ac:spMkLst>
        </pc:spChg>
        <pc:spChg chg="add mod ord">
          <ac:chgData name="Callum Marples" userId="181b5ecd0973825d" providerId="LiveId" clId="{F9280AE4-1E3A-4724-AC8B-34A33F65DC35}" dt="2026-01-15T14:05:34.682" v="2690" actId="14100"/>
          <ac:spMkLst>
            <pc:docMk/>
            <pc:sldMk cId="623000076" sldId="261"/>
            <ac:spMk id="14" creationId="{470395E3-EF4A-405D-683C-7102E8B6477F}"/>
          </ac:spMkLst>
        </pc:spChg>
        <pc:spChg chg="add mod ord">
          <ac:chgData name="Callum Marples" userId="181b5ecd0973825d" providerId="LiveId" clId="{F9280AE4-1E3A-4724-AC8B-34A33F65DC35}" dt="2026-01-15T13:10:51.294" v="1793" actId="164"/>
          <ac:spMkLst>
            <pc:docMk/>
            <pc:sldMk cId="623000076" sldId="261"/>
            <ac:spMk id="17" creationId="{39D4773F-0DA6-0830-E01F-0E84857C2AC1}"/>
          </ac:spMkLst>
        </pc:spChg>
        <pc:spChg chg="add mod ord">
          <ac:chgData name="Callum Marples" userId="181b5ecd0973825d" providerId="LiveId" clId="{F9280AE4-1E3A-4724-AC8B-34A33F65DC35}" dt="2026-01-15T13:10:51.294" v="1793" actId="164"/>
          <ac:spMkLst>
            <pc:docMk/>
            <pc:sldMk cId="623000076" sldId="261"/>
            <ac:spMk id="18" creationId="{60FB427B-BA81-8959-8A6D-DE43FEA55516}"/>
          </ac:spMkLst>
        </pc:spChg>
        <pc:spChg chg="add mod">
          <ac:chgData name="Callum Marples" userId="181b5ecd0973825d" providerId="LiveId" clId="{F9280AE4-1E3A-4724-AC8B-34A33F65DC35}" dt="2026-01-15T12:43:11" v="1003" actId="1076"/>
          <ac:spMkLst>
            <pc:docMk/>
            <pc:sldMk cId="623000076" sldId="261"/>
            <ac:spMk id="19" creationId="{9EAAA527-25BA-34D2-24AD-E2294B9CE521}"/>
          </ac:spMkLst>
        </pc:spChg>
        <pc:spChg chg="add mod ord">
          <ac:chgData name="Callum Marples" userId="181b5ecd0973825d" providerId="LiveId" clId="{F9280AE4-1E3A-4724-AC8B-34A33F65DC35}" dt="2026-01-15T13:10:51.294" v="1793" actId="164"/>
          <ac:spMkLst>
            <pc:docMk/>
            <pc:sldMk cId="623000076" sldId="261"/>
            <ac:spMk id="20" creationId="{7AF65C01-7CFE-7F47-F6B7-4D8CA3334C06}"/>
          </ac:spMkLst>
        </pc:spChg>
        <pc:spChg chg="add mod">
          <ac:chgData name="Callum Marples" userId="181b5ecd0973825d" providerId="LiveId" clId="{F9280AE4-1E3A-4724-AC8B-34A33F65DC35}" dt="2026-01-16T14:43:15.719" v="7666" actId="1036"/>
          <ac:spMkLst>
            <pc:docMk/>
            <pc:sldMk cId="623000076" sldId="261"/>
            <ac:spMk id="98" creationId="{DE2FE56B-CAA7-D09F-3B4C-D1D54F9F30BC}"/>
          </ac:spMkLst>
        </pc:spChg>
        <pc:spChg chg="add mod">
          <ac:chgData name="Callum Marples" userId="181b5ecd0973825d" providerId="LiveId" clId="{F9280AE4-1E3A-4724-AC8B-34A33F65DC35}" dt="2026-01-16T14:43:15.719" v="7666" actId="1036"/>
          <ac:spMkLst>
            <pc:docMk/>
            <pc:sldMk cId="623000076" sldId="261"/>
            <ac:spMk id="99" creationId="{831EE5DC-D3D6-434F-2081-5CE261EC2A73}"/>
          </ac:spMkLst>
        </pc:spChg>
        <pc:spChg chg="add mod">
          <ac:chgData name="Callum Marples" userId="181b5ecd0973825d" providerId="LiveId" clId="{F9280AE4-1E3A-4724-AC8B-34A33F65DC35}" dt="2026-01-15T13:10:51.294" v="1793" actId="164"/>
          <ac:spMkLst>
            <pc:docMk/>
            <pc:sldMk cId="623000076" sldId="261"/>
            <ac:spMk id="101" creationId="{87447204-5C5E-A692-5CDC-8800A0703ECB}"/>
          </ac:spMkLst>
        </pc:spChg>
        <pc:spChg chg="add mod">
          <ac:chgData name="Callum Marples" userId="181b5ecd0973825d" providerId="LiveId" clId="{F9280AE4-1E3A-4724-AC8B-34A33F65DC35}" dt="2026-01-15T13:10:51.294" v="1793" actId="164"/>
          <ac:spMkLst>
            <pc:docMk/>
            <pc:sldMk cId="623000076" sldId="261"/>
            <ac:spMk id="102" creationId="{7758762A-5916-11FB-EDEC-F3D53FA21DED}"/>
          </ac:spMkLst>
        </pc:spChg>
        <pc:spChg chg="add mod">
          <ac:chgData name="Callum Marples" userId="181b5ecd0973825d" providerId="LiveId" clId="{F9280AE4-1E3A-4724-AC8B-34A33F65DC35}" dt="2026-01-15T13:10:51.294" v="1793" actId="164"/>
          <ac:spMkLst>
            <pc:docMk/>
            <pc:sldMk cId="623000076" sldId="261"/>
            <ac:spMk id="103" creationId="{7285E20A-F567-9A32-4652-DF53D638F9CF}"/>
          </ac:spMkLst>
        </pc:spChg>
        <pc:spChg chg="add mod">
          <ac:chgData name="Callum Marples" userId="181b5ecd0973825d" providerId="LiveId" clId="{F9280AE4-1E3A-4724-AC8B-34A33F65DC35}" dt="2026-01-15T12:52:49.978" v="1202" actId="1076"/>
          <ac:spMkLst>
            <pc:docMk/>
            <pc:sldMk cId="623000076" sldId="261"/>
            <ac:spMk id="104" creationId="{ECDA4B75-98AE-BF3E-F3D3-4EBBD2677A06}"/>
          </ac:spMkLst>
        </pc:spChg>
        <pc:spChg chg="add mod">
          <ac:chgData name="Callum Marples" userId="181b5ecd0973825d" providerId="LiveId" clId="{F9280AE4-1E3A-4724-AC8B-34A33F65DC35}" dt="2026-01-15T12:52:53.678" v="1204" actId="1076"/>
          <ac:spMkLst>
            <pc:docMk/>
            <pc:sldMk cId="623000076" sldId="261"/>
            <ac:spMk id="105" creationId="{1A10768B-6826-BAE0-D556-C54F1177DC2E}"/>
          </ac:spMkLst>
        </pc:spChg>
        <pc:spChg chg="add mod">
          <ac:chgData name="Callum Marples" userId="181b5ecd0973825d" providerId="LiveId" clId="{F9280AE4-1E3A-4724-AC8B-34A33F65DC35}" dt="2026-01-15T13:10:51.294" v="1793" actId="164"/>
          <ac:spMkLst>
            <pc:docMk/>
            <pc:sldMk cId="623000076" sldId="261"/>
            <ac:spMk id="106" creationId="{28FCC99C-0510-31A8-F494-50548908D24D}"/>
          </ac:spMkLst>
        </pc:spChg>
        <pc:spChg chg="add mod">
          <ac:chgData name="Callum Marples" userId="181b5ecd0973825d" providerId="LiveId" clId="{F9280AE4-1E3A-4724-AC8B-34A33F65DC35}" dt="2026-01-15T12:53:01.944" v="1208" actId="1076"/>
          <ac:spMkLst>
            <pc:docMk/>
            <pc:sldMk cId="623000076" sldId="261"/>
            <ac:spMk id="107" creationId="{1B7C1018-1EF3-1554-054E-7431AAABEAE9}"/>
          </ac:spMkLst>
        </pc:spChg>
        <pc:spChg chg="add mod">
          <ac:chgData name="Callum Marples" userId="181b5ecd0973825d" providerId="LiveId" clId="{F9280AE4-1E3A-4724-AC8B-34A33F65DC35}" dt="2026-01-15T13:10:51.294" v="1793" actId="164"/>
          <ac:spMkLst>
            <pc:docMk/>
            <pc:sldMk cId="623000076" sldId="261"/>
            <ac:spMk id="108" creationId="{5249E044-1BE8-F35C-DF13-A3A7677C0F13}"/>
          </ac:spMkLst>
        </pc:spChg>
        <pc:spChg chg="add mod">
          <ac:chgData name="Callum Marples" userId="181b5ecd0973825d" providerId="LiveId" clId="{F9280AE4-1E3A-4724-AC8B-34A33F65DC35}" dt="2026-01-15T13:10:51.294" v="1793" actId="164"/>
          <ac:spMkLst>
            <pc:docMk/>
            <pc:sldMk cId="623000076" sldId="261"/>
            <ac:spMk id="110" creationId="{2930719D-72C4-29F5-DB34-76328F8B6F40}"/>
          </ac:spMkLst>
        </pc:spChg>
        <pc:spChg chg="add mod">
          <ac:chgData name="Callum Marples" userId="181b5ecd0973825d" providerId="LiveId" clId="{F9280AE4-1E3A-4724-AC8B-34A33F65DC35}" dt="2026-01-16T14:43:15.719" v="7666" actId="1036"/>
          <ac:spMkLst>
            <pc:docMk/>
            <pc:sldMk cId="623000076" sldId="261"/>
            <ac:spMk id="111" creationId="{4134C2FF-1718-30CF-3793-4438316DCB63}"/>
          </ac:spMkLst>
        </pc:spChg>
        <pc:spChg chg="add mod">
          <ac:chgData name="Callum Marples" userId="181b5ecd0973825d" providerId="LiveId" clId="{F9280AE4-1E3A-4724-AC8B-34A33F65DC35}" dt="2026-01-16T13:20:16.021" v="6492" actId="20577"/>
          <ac:spMkLst>
            <pc:docMk/>
            <pc:sldMk cId="623000076" sldId="261"/>
            <ac:spMk id="114" creationId="{9E598375-B4A1-177B-8994-1F5B55EEBC86}"/>
          </ac:spMkLst>
        </pc:spChg>
        <pc:grpChg chg="mod">
          <ac:chgData name="Callum Marples" userId="181b5ecd0973825d" providerId="LiveId" clId="{F9280AE4-1E3A-4724-AC8B-34A33F65DC35}" dt="2026-01-16T14:31:59.663" v="7529" actId="1035"/>
          <ac:grpSpMkLst>
            <pc:docMk/>
            <pc:sldMk cId="623000076" sldId="261"/>
            <ac:grpSpMk id="115" creationId="{E4526551-AB43-C042-8263-5B5321A1A43B}"/>
          </ac:grpSpMkLst>
        </pc:grpChg>
        <pc:cxnChg chg="add mod ord">
          <ac:chgData name="Callum Marples" userId="181b5ecd0973825d" providerId="LiveId" clId="{F9280AE4-1E3A-4724-AC8B-34A33F65DC35}" dt="2026-01-15T12:44:02.099" v="1014" actId="208"/>
          <ac:cxnSpMkLst>
            <pc:docMk/>
            <pc:sldMk cId="623000076" sldId="261"/>
            <ac:cxnSpMk id="22" creationId="{CA0F5F31-627E-4E2C-05F3-E2856867D273}"/>
          </ac:cxnSpMkLst>
        </pc:cxnChg>
        <pc:cxnChg chg="add mod">
          <ac:chgData name="Callum Marples" userId="181b5ecd0973825d" providerId="LiveId" clId="{F9280AE4-1E3A-4724-AC8B-34A33F65DC35}" dt="2026-01-15T14:05:34.682" v="2690" actId="14100"/>
          <ac:cxnSpMkLst>
            <pc:docMk/>
            <pc:sldMk cId="623000076" sldId="261"/>
            <ac:cxnSpMk id="24" creationId="{C70B6376-8F64-7873-24A9-09264EA1ABFB}"/>
          </ac:cxnSpMkLst>
        </pc:cxnChg>
        <pc:cxnChg chg="add mod">
          <ac:chgData name="Callum Marples" userId="181b5ecd0973825d" providerId="LiveId" clId="{F9280AE4-1E3A-4724-AC8B-34A33F65DC35}" dt="2026-01-15T12:51:19.839" v="1176" actId="693"/>
          <ac:cxnSpMkLst>
            <pc:docMk/>
            <pc:sldMk cId="623000076" sldId="261"/>
            <ac:cxnSpMk id="27" creationId="{C355ED09-2C40-6540-EFF4-28FDF25F930F}"/>
          </ac:cxnSpMkLst>
        </pc:cxnChg>
        <pc:cxnChg chg="add mod">
          <ac:chgData name="Callum Marples" userId="181b5ecd0973825d" providerId="LiveId" clId="{F9280AE4-1E3A-4724-AC8B-34A33F65DC35}" dt="2026-01-15T12:52:21.601" v="1192" actId="478"/>
          <ac:cxnSpMkLst>
            <pc:docMk/>
            <pc:sldMk cId="623000076" sldId="261"/>
            <ac:cxnSpMk id="29" creationId="{E3A10751-C45D-139E-A7AC-30E3D3D8C55E}"/>
          </ac:cxnSpMkLst>
        </pc:cxnChg>
        <pc:cxnChg chg="add mod">
          <ac:chgData name="Callum Marples" userId="181b5ecd0973825d" providerId="LiveId" clId="{F9280AE4-1E3A-4724-AC8B-34A33F65DC35}" dt="2026-01-15T12:52:15.016" v="1186" actId="478"/>
          <ac:cxnSpMkLst>
            <pc:docMk/>
            <pc:sldMk cId="623000076" sldId="261"/>
            <ac:cxnSpMk id="31" creationId="{4FDF07DD-22FF-5C94-6468-794CF4839BA6}"/>
          </ac:cxnSpMkLst>
        </pc:cxnChg>
        <pc:cxnChg chg="add mod">
          <ac:chgData name="Callum Marples" userId="181b5ecd0973825d" providerId="LiveId" clId="{F9280AE4-1E3A-4724-AC8B-34A33F65DC35}" dt="2026-01-15T12:52:16.503" v="1188" actId="478"/>
          <ac:cxnSpMkLst>
            <pc:docMk/>
            <pc:sldMk cId="623000076" sldId="261"/>
            <ac:cxnSpMk id="33" creationId="{8AB4BBA4-D2A5-4222-F32D-C76B9C6999C4}"/>
          </ac:cxnSpMkLst>
        </pc:cxnChg>
        <pc:cxnChg chg="add mod">
          <ac:chgData name="Callum Marples" userId="181b5ecd0973825d" providerId="LiveId" clId="{F9280AE4-1E3A-4724-AC8B-34A33F65DC35}" dt="2026-01-15T12:50:36.209" v="1116" actId="693"/>
          <ac:cxnSpMkLst>
            <pc:docMk/>
            <pc:sldMk cId="623000076" sldId="261"/>
            <ac:cxnSpMk id="36" creationId="{F526637D-90C7-AA2A-45A0-84B382DC3AE1}"/>
          </ac:cxnSpMkLst>
        </pc:cxnChg>
        <pc:cxnChg chg="add mod">
          <ac:chgData name="Callum Marples" userId="181b5ecd0973825d" providerId="LiveId" clId="{F9280AE4-1E3A-4724-AC8B-34A33F65DC35}" dt="2026-01-15T12:53:12.460" v="1211" actId="14100"/>
          <ac:cxnSpMkLst>
            <pc:docMk/>
            <pc:sldMk cId="623000076" sldId="261"/>
            <ac:cxnSpMk id="38" creationId="{17A339BC-E823-5BA7-AA2D-71A24010186B}"/>
          </ac:cxnSpMkLst>
        </pc:cxnChg>
        <pc:cxnChg chg="add mod">
          <ac:chgData name="Callum Marples" userId="181b5ecd0973825d" providerId="LiveId" clId="{F9280AE4-1E3A-4724-AC8B-34A33F65DC35}" dt="2026-01-15T12:52:16.503" v="1188" actId="478"/>
          <ac:cxnSpMkLst>
            <pc:docMk/>
            <pc:sldMk cId="623000076" sldId="261"/>
            <ac:cxnSpMk id="41" creationId="{3B0AA9D0-FDB6-29CA-D39E-469496DF2903}"/>
          </ac:cxnSpMkLst>
        </pc:cxnChg>
        <pc:cxnChg chg="add mod">
          <ac:chgData name="Callum Marples" userId="181b5ecd0973825d" providerId="LiveId" clId="{F9280AE4-1E3A-4724-AC8B-34A33F65DC35}" dt="2026-01-15T12:52:15.930" v="1187" actId="478"/>
          <ac:cxnSpMkLst>
            <pc:docMk/>
            <pc:sldMk cId="623000076" sldId="261"/>
            <ac:cxnSpMk id="45" creationId="{FDA60949-961D-02DD-8D65-0DACA05C7BB1}"/>
          </ac:cxnSpMkLst>
        </pc:cxnChg>
        <pc:cxnChg chg="add mod">
          <ac:chgData name="Callum Marples" userId="181b5ecd0973825d" providerId="LiveId" clId="{F9280AE4-1E3A-4724-AC8B-34A33F65DC35}" dt="2026-01-15T12:45:25.299" v="1045" actId="14100"/>
          <ac:cxnSpMkLst>
            <pc:docMk/>
            <pc:sldMk cId="623000076" sldId="261"/>
            <ac:cxnSpMk id="48" creationId="{756D0A55-CF18-D5E6-58B7-002393A04CE8}"/>
          </ac:cxnSpMkLst>
        </pc:cxnChg>
        <pc:cxnChg chg="add mod">
          <ac:chgData name="Callum Marples" userId="181b5ecd0973825d" providerId="LiveId" clId="{F9280AE4-1E3A-4724-AC8B-34A33F65DC35}" dt="2026-01-15T14:05:34.682" v="2690" actId="14100"/>
          <ac:cxnSpMkLst>
            <pc:docMk/>
            <pc:sldMk cId="623000076" sldId="261"/>
            <ac:cxnSpMk id="50" creationId="{126B4412-A8BC-59CD-0A80-71B7C39CF850}"/>
          </ac:cxnSpMkLst>
        </pc:cxnChg>
        <pc:cxnChg chg="add mod">
          <ac:chgData name="Callum Marples" userId="181b5ecd0973825d" providerId="LiveId" clId="{F9280AE4-1E3A-4724-AC8B-34A33F65DC35}" dt="2026-01-15T12:52:20.358" v="1190" actId="478"/>
          <ac:cxnSpMkLst>
            <pc:docMk/>
            <pc:sldMk cId="623000076" sldId="261"/>
            <ac:cxnSpMk id="52" creationId="{F6B466E0-DDDE-A912-89AA-D71B3263FB6E}"/>
          </ac:cxnSpMkLst>
        </pc:cxnChg>
        <pc:cxnChg chg="add mod">
          <ac:chgData name="Callum Marples" userId="181b5ecd0973825d" providerId="LiveId" clId="{F9280AE4-1E3A-4724-AC8B-34A33F65DC35}" dt="2026-01-15T14:05:34.682" v="2690" actId="14100"/>
          <ac:cxnSpMkLst>
            <pc:docMk/>
            <pc:sldMk cId="623000076" sldId="261"/>
            <ac:cxnSpMk id="55" creationId="{5A06749E-3457-3EEB-1901-17B9715321F1}"/>
          </ac:cxnSpMkLst>
        </pc:cxnChg>
        <pc:cxnChg chg="add mod">
          <ac:chgData name="Callum Marples" userId="181b5ecd0973825d" providerId="LiveId" clId="{F9280AE4-1E3A-4724-AC8B-34A33F65DC35}" dt="2026-01-15T12:50:36.209" v="1116" actId="693"/>
          <ac:cxnSpMkLst>
            <pc:docMk/>
            <pc:sldMk cId="623000076" sldId="261"/>
            <ac:cxnSpMk id="57" creationId="{65973053-FEAC-F7E4-B6B7-881C1F8447B1}"/>
          </ac:cxnSpMkLst>
        </pc:cxnChg>
        <pc:cxnChg chg="add mod">
          <ac:chgData name="Callum Marples" userId="181b5ecd0973825d" providerId="LiveId" clId="{F9280AE4-1E3A-4724-AC8B-34A33F65DC35}" dt="2026-01-15T12:52:21.009" v="1191" actId="478"/>
          <ac:cxnSpMkLst>
            <pc:docMk/>
            <pc:sldMk cId="623000076" sldId="261"/>
            <ac:cxnSpMk id="59" creationId="{93BE8E18-747D-8F03-2EE3-755A338778DA}"/>
          </ac:cxnSpMkLst>
        </pc:cxnChg>
        <pc:cxnChg chg="add mod">
          <ac:chgData name="Callum Marples" userId="181b5ecd0973825d" providerId="LiveId" clId="{F9280AE4-1E3A-4724-AC8B-34A33F65DC35}" dt="2026-01-15T12:52:23.136" v="1193" actId="478"/>
          <ac:cxnSpMkLst>
            <pc:docMk/>
            <pc:sldMk cId="623000076" sldId="261"/>
            <ac:cxnSpMk id="62" creationId="{1890ACFA-66F2-FE5F-64E7-07013F6DA3A3}"/>
          </ac:cxnSpMkLst>
        </pc:cxnChg>
        <pc:cxnChg chg="add mod">
          <ac:chgData name="Callum Marples" userId="181b5ecd0973825d" providerId="LiveId" clId="{F9280AE4-1E3A-4724-AC8B-34A33F65DC35}" dt="2026-01-15T12:52:21.601" v="1192" actId="478"/>
          <ac:cxnSpMkLst>
            <pc:docMk/>
            <pc:sldMk cId="623000076" sldId="261"/>
            <ac:cxnSpMk id="64" creationId="{BE56D048-1493-8884-D015-78682DA3F7ED}"/>
          </ac:cxnSpMkLst>
        </pc:cxnChg>
        <pc:cxnChg chg="add mod">
          <ac:chgData name="Callum Marples" userId="181b5ecd0973825d" providerId="LiveId" clId="{F9280AE4-1E3A-4724-AC8B-34A33F65DC35}" dt="2026-01-15T12:52:15.016" v="1186" actId="478"/>
          <ac:cxnSpMkLst>
            <pc:docMk/>
            <pc:sldMk cId="623000076" sldId="261"/>
            <ac:cxnSpMk id="66" creationId="{D0624833-9E9A-02B4-935A-D1C2E4E1BEF7}"/>
          </ac:cxnSpMkLst>
        </pc:cxnChg>
        <pc:cxnChg chg="add mod">
          <ac:chgData name="Callum Marples" userId="181b5ecd0973825d" providerId="LiveId" clId="{F9280AE4-1E3A-4724-AC8B-34A33F65DC35}" dt="2026-01-15T12:52:21.601" v="1192" actId="478"/>
          <ac:cxnSpMkLst>
            <pc:docMk/>
            <pc:sldMk cId="623000076" sldId="261"/>
            <ac:cxnSpMk id="68" creationId="{B5847270-FF94-3E9F-2555-6334E46EDD4E}"/>
          </ac:cxnSpMkLst>
        </pc:cxnChg>
        <pc:cxnChg chg="add mod">
          <ac:chgData name="Callum Marples" userId="181b5ecd0973825d" providerId="LiveId" clId="{F9280AE4-1E3A-4724-AC8B-34A33F65DC35}" dt="2026-01-15T12:52:21.601" v="1192" actId="478"/>
          <ac:cxnSpMkLst>
            <pc:docMk/>
            <pc:sldMk cId="623000076" sldId="261"/>
            <ac:cxnSpMk id="72" creationId="{749AE798-5C4E-9B1F-D5B9-94B1C50D6B90}"/>
          </ac:cxnSpMkLst>
        </pc:cxnChg>
        <pc:cxnChg chg="add mod">
          <ac:chgData name="Callum Marples" userId="181b5ecd0973825d" providerId="LiveId" clId="{F9280AE4-1E3A-4724-AC8B-34A33F65DC35}" dt="2026-01-15T12:52:16.503" v="1188" actId="478"/>
          <ac:cxnSpMkLst>
            <pc:docMk/>
            <pc:sldMk cId="623000076" sldId="261"/>
            <ac:cxnSpMk id="75" creationId="{6A0CC60C-CD1F-20E3-DA46-5C780BD20759}"/>
          </ac:cxnSpMkLst>
        </pc:cxnChg>
        <pc:cxnChg chg="add mod">
          <ac:chgData name="Callum Marples" userId="181b5ecd0973825d" providerId="LiveId" clId="{F9280AE4-1E3A-4724-AC8B-34A33F65DC35}" dt="2026-01-15T14:05:34.682" v="2690" actId="14100"/>
          <ac:cxnSpMkLst>
            <pc:docMk/>
            <pc:sldMk cId="623000076" sldId="261"/>
            <ac:cxnSpMk id="77" creationId="{8E96F870-6DF6-94FB-3FE8-22AFA63249A2}"/>
          </ac:cxnSpMkLst>
        </pc:cxnChg>
        <pc:cxnChg chg="add mod">
          <ac:chgData name="Callum Marples" userId="181b5ecd0973825d" providerId="LiveId" clId="{F9280AE4-1E3A-4724-AC8B-34A33F65DC35}" dt="2026-01-15T12:52:13.999" v="1185" actId="478"/>
          <ac:cxnSpMkLst>
            <pc:docMk/>
            <pc:sldMk cId="623000076" sldId="261"/>
            <ac:cxnSpMk id="80" creationId="{0A3EC438-CB9E-EEFB-D282-F2161B49AC4C}"/>
          </ac:cxnSpMkLst>
        </pc:cxnChg>
        <pc:cxnChg chg="add mod">
          <ac:chgData name="Callum Marples" userId="181b5ecd0973825d" providerId="LiveId" clId="{F9280AE4-1E3A-4724-AC8B-34A33F65DC35}" dt="2026-01-15T12:50:36.209" v="1116" actId="693"/>
          <ac:cxnSpMkLst>
            <pc:docMk/>
            <pc:sldMk cId="623000076" sldId="261"/>
            <ac:cxnSpMk id="82" creationId="{4B9A4075-6390-F95A-2AD8-3C1771D58C2F}"/>
          </ac:cxnSpMkLst>
        </pc:cxnChg>
        <pc:cxnChg chg="add mod">
          <ac:chgData name="Callum Marples" userId="181b5ecd0973825d" providerId="LiveId" clId="{F9280AE4-1E3A-4724-AC8B-34A33F65DC35}" dt="2026-01-15T12:52:21.601" v="1192" actId="478"/>
          <ac:cxnSpMkLst>
            <pc:docMk/>
            <pc:sldMk cId="623000076" sldId="261"/>
            <ac:cxnSpMk id="84" creationId="{1CFCC196-5A11-3A43-72E5-A5C2710307DF}"/>
          </ac:cxnSpMkLst>
        </pc:cxnChg>
        <pc:cxnChg chg="add mod">
          <ac:chgData name="Callum Marples" userId="181b5ecd0973825d" providerId="LiveId" clId="{F9280AE4-1E3A-4724-AC8B-34A33F65DC35}" dt="2026-01-15T12:47:21.522" v="1098" actId="14100"/>
          <ac:cxnSpMkLst>
            <pc:docMk/>
            <pc:sldMk cId="623000076" sldId="261"/>
            <ac:cxnSpMk id="87" creationId="{EB946C2C-BA3D-3112-C2A5-BE4DA9B2776B}"/>
          </ac:cxnSpMkLst>
        </pc:cxnChg>
        <pc:cxnChg chg="add mod">
          <ac:chgData name="Callum Marples" userId="181b5ecd0973825d" providerId="LiveId" clId="{F9280AE4-1E3A-4724-AC8B-34A33F65DC35}" dt="2026-01-15T12:47:28.415" v="1101" actId="14100"/>
          <ac:cxnSpMkLst>
            <pc:docMk/>
            <pc:sldMk cId="623000076" sldId="261"/>
            <ac:cxnSpMk id="89" creationId="{BAAE86AD-790D-18F9-5119-3C106AE3FE93}"/>
          </ac:cxnSpMkLst>
        </pc:cxnChg>
        <pc:cxnChg chg="add mod">
          <ac:chgData name="Callum Marples" userId="181b5ecd0973825d" providerId="LiveId" clId="{F9280AE4-1E3A-4724-AC8B-34A33F65DC35}" dt="2026-01-15T12:52:20.358" v="1190" actId="478"/>
          <ac:cxnSpMkLst>
            <pc:docMk/>
            <pc:sldMk cId="623000076" sldId="261"/>
            <ac:cxnSpMk id="91" creationId="{762B336F-140B-0F6B-2A79-557AEE26470E}"/>
          </ac:cxnSpMkLst>
        </pc:cxnChg>
        <pc:cxnChg chg="add mod ord">
          <ac:chgData name="Callum Marples" userId="181b5ecd0973825d" providerId="LiveId" clId="{F9280AE4-1E3A-4724-AC8B-34A33F65DC35}" dt="2026-01-15T12:52:19.626" v="1189" actId="478"/>
          <ac:cxnSpMkLst>
            <pc:docMk/>
            <pc:sldMk cId="623000076" sldId="261"/>
            <ac:cxnSpMk id="94" creationId="{9B227487-CB25-694B-1FF8-154F7D71A410}"/>
          </ac:cxnSpMkLst>
        </pc:cxnChg>
      </pc:sldChg>
      <pc:sldChg chg="addSp delSp modSp mod">
        <pc:chgData name="Callum Marples" userId="181b5ecd0973825d" providerId="LiveId" clId="{F9280AE4-1E3A-4724-AC8B-34A33F65DC35}" dt="2026-01-15T14:31:53.300" v="3651" actId="478"/>
        <pc:sldMkLst>
          <pc:docMk/>
          <pc:sldMk cId="1047744758" sldId="262"/>
        </pc:sldMkLst>
        <pc:spChg chg="mod">
          <ac:chgData name="Callum Marples" userId="181b5ecd0973825d" providerId="LiveId" clId="{F9280AE4-1E3A-4724-AC8B-34A33F65DC35}" dt="2026-01-15T11:50:20.714" v="115" actId="20577"/>
          <ac:spMkLst>
            <pc:docMk/>
            <pc:sldMk cId="1047744758" sldId="262"/>
            <ac:spMk id="6" creationId="{766EE22A-6273-C372-D285-0C6C00BA1101}"/>
          </ac:spMkLst>
        </pc:spChg>
      </pc:sldChg>
      <pc:sldChg chg="addSp delSp modSp mod">
        <pc:chgData name="Callum Marples" userId="181b5ecd0973825d" providerId="LiveId" clId="{F9280AE4-1E3A-4724-AC8B-34A33F65DC35}" dt="2026-01-16T13:18:18.321" v="6434" actId="1036"/>
        <pc:sldMkLst>
          <pc:docMk/>
          <pc:sldMk cId="1988832364" sldId="263"/>
        </pc:sldMkLst>
        <pc:spChg chg="add mod">
          <ac:chgData name="Callum Marples" userId="181b5ecd0973825d" providerId="LiveId" clId="{F9280AE4-1E3A-4724-AC8B-34A33F65DC35}" dt="2026-01-15T14:36:04.937" v="3788" actId="1036"/>
          <ac:spMkLst>
            <pc:docMk/>
            <pc:sldMk cId="1988832364" sldId="263"/>
            <ac:spMk id="2" creationId="{50164F0B-2B93-7C7B-D4FD-FA9FF3F1975B}"/>
          </ac:spMkLst>
        </pc:spChg>
        <pc:spChg chg="mod">
          <ac:chgData name="Callum Marples" userId="181b5ecd0973825d" providerId="LiveId" clId="{F9280AE4-1E3A-4724-AC8B-34A33F65DC35}" dt="2026-01-15T12:09:11.157" v="572" actId="313"/>
          <ac:spMkLst>
            <pc:docMk/>
            <pc:sldMk cId="1988832364" sldId="263"/>
            <ac:spMk id="5" creationId="{96082A46-BBEE-A05A-53F6-0FE0A112C418}"/>
          </ac:spMkLst>
        </pc:spChg>
        <pc:spChg chg="add mod ord">
          <ac:chgData name="Callum Marples" userId="181b5ecd0973825d" providerId="LiveId" clId="{F9280AE4-1E3A-4724-AC8B-34A33F65DC35}" dt="2026-01-16T13:18:18.321" v="6434" actId="1036"/>
          <ac:spMkLst>
            <pc:docMk/>
            <pc:sldMk cId="1988832364" sldId="263"/>
            <ac:spMk id="10" creationId="{CBA8015F-6D0F-1415-DA75-12246C22BBCA}"/>
          </ac:spMkLst>
        </pc:spChg>
        <pc:spChg chg="add mod">
          <ac:chgData name="Callum Marples" userId="181b5ecd0973825d" providerId="LiveId" clId="{F9280AE4-1E3A-4724-AC8B-34A33F65DC35}" dt="2026-01-15T14:23:00.894" v="3322" actId="21"/>
          <ac:spMkLst>
            <pc:docMk/>
            <pc:sldMk cId="1988832364" sldId="263"/>
            <ac:spMk id="11" creationId="{EE4A09D7-4C33-7C2A-97F8-AE45AC0BC335}"/>
          </ac:spMkLst>
        </pc:spChg>
        <pc:picChg chg="add mod ord">
          <ac:chgData name="Callum Marples" userId="181b5ecd0973825d" providerId="LiveId" clId="{F9280AE4-1E3A-4724-AC8B-34A33F65DC35}" dt="2026-01-16T13:17:47.856" v="6417" actId="1076"/>
          <ac:picMkLst>
            <pc:docMk/>
            <pc:sldMk cId="1988832364" sldId="263"/>
            <ac:picMk id="15" creationId="{4E844AE6-948A-64D2-CC37-31FB656994A4}"/>
          </ac:picMkLst>
        </pc:picChg>
        <pc:picChg chg="add mod">
          <ac:chgData name="Callum Marples" userId="181b5ecd0973825d" providerId="LiveId" clId="{F9280AE4-1E3A-4724-AC8B-34A33F65DC35}" dt="2026-01-15T14:36:10.404" v="3799" actId="1037"/>
          <ac:picMkLst>
            <pc:docMk/>
            <pc:sldMk cId="1988832364" sldId="263"/>
            <ac:picMk id="1026" creationId="{76A1D38E-2F12-3961-A00B-FA1077F7ABCD}"/>
          </ac:picMkLst>
        </pc:picChg>
      </pc:sldChg>
      <pc:sldChg chg="addSp delSp modSp mod">
        <pc:chgData name="Callum Marples" userId="181b5ecd0973825d" providerId="LiveId" clId="{F9280AE4-1E3A-4724-AC8B-34A33F65DC35}" dt="2026-01-15T14:55:05.701" v="3911" actId="1076"/>
        <pc:sldMkLst>
          <pc:docMk/>
          <pc:sldMk cId="3772981034" sldId="264"/>
        </pc:sldMkLst>
        <pc:spChg chg="add mod">
          <ac:chgData name="Callum Marples" userId="181b5ecd0973825d" providerId="LiveId" clId="{F9280AE4-1E3A-4724-AC8B-34A33F65DC35}" dt="2026-01-15T14:55:05.701" v="3911" actId="1076"/>
          <ac:spMkLst>
            <pc:docMk/>
            <pc:sldMk cId="3772981034" sldId="264"/>
            <ac:spMk id="2" creationId="{4FB4710D-75FE-F76F-94C4-6747EBD29357}"/>
          </ac:spMkLst>
        </pc:spChg>
        <pc:picChg chg="add">
          <ac:chgData name="Callum Marples" userId="181b5ecd0973825d" providerId="LiveId" clId="{F9280AE4-1E3A-4724-AC8B-34A33F65DC35}" dt="2026-01-15T14:53:09.785" v="3828"/>
          <ac:picMkLst>
            <pc:docMk/>
            <pc:sldMk cId="3772981034" sldId="264"/>
            <ac:picMk id="3076" creationId="{1B635219-D265-6118-4D45-4ED915787CB2}"/>
          </ac:picMkLst>
        </pc:picChg>
      </pc:sldChg>
      <pc:sldChg chg="addSp delSp modSp mod">
        <pc:chgData name="Callum Marples" userId="181b5ecd0973825d" providerId="LiveId" clId="{F9280AE4-1E3A-4724-AC8B-34A33F65DC35}" dt="2026-01-16T14:08:34.039" v="7503" actId="1036"/>
        <pc:sldMkLst>
          <pc:docMk/>
          <pc:sldMk cId="935104243" sldId="270"/>
        </pc:sldMkLst>
        <pc:spChg chg="add mod">
          <ac:chgData name="Callum Marples" userId="181b5ecd0973825d" providerId="LiveId" clId="{F9280AE4-1E3A-4724-AC8B-34A33F65DC35}" dt="2026-01-16T14:08:34.039" v="7503" actId="1036"/>
          <ac:spMkLst>
            <pc:docMk/>
            <pc:sldMk cId="935104243" sldId="270"/>
            <ac:spMk id="4" creationId="{17A4A633-EC56-4FE8-5FBC-7EE047F5CF47}"/>
          </ac:spMkLst>
        </pc:spChg>
      </pc:sldChg>
      <pc:sldChg chg="modSp mod">
        <pc:chgData name="Callum Marples" userId="181b5ecd0973825d" providerId="LiveId" clId="{F9280AE4-1E3A-4724-AC8B-34A33F65DC35}" dt="2026-01-16T13:02:47.115" v="5972" actId="313"/>
        <pc:sldMkLst>
          <pc:docMk/>
          <pc:sldMk cId="2385263768" sldId="271"/>
        </pc:sldMkLst>
        <pc:spChg chg="mod">
          <ac:chgData name="Callum Marples" userId="181b5ecd0973825d" providerId="LiveId" clId="{F9280AE4-1E3A-4724-AC8B-34A33F65DC35}" dt="2026-01-15T11:51:05.650" v="122" actId="20577"/>
          <ac:spMkLst>
            <pc:docMk/>
            <pc:sldMk cId="2385263768" sldId="271"/>
            <ac:spMk id="6" creationId="{9A62D50D-536C-663A-BFC5-5A568059153F}"/>
          </ac:spMkLst>
        </pc:spChg>
        <pc:spChg chg="mod">
          <ac:chgData name="Callum Marples" userId="181b5ecd0973825d" providerId="LiveId" clId="{F9280AE4-1E3A-4724-AC8B-34A33F65DC35}" dt="2026-01-16T13:02:47.115" v="5972" actId="313"/>
          <ac:spMkLst>
            <pc:docMk/>
            <pc:sldMk cId="2385263768" sldId="271"/>
            <ac:spMk id="7" creationId="{06690EBE-86DE-D588-4210-B6653965FD36}"/>
          </ac:spMkLst>
        </pc:spChg>
      </pc:sldChg>
      <pc:sldChg chg="addSp delSp modSp new mod">
        <pc:chgData name="Callum Marples" userId="181b5ecd0973825d" providerId="LiveId" clId="{F9280AE4-1E3A-4724-AC8B-34A33F65DC35}" dt="2026-01-19T10:14:47.725" v="7769" actId="20577"/>
        <pc:sldMkLst>
          <pc:docMk/>
          <pc:sldMk cId="2446739750" sldId="273"/>
        </pc:sldMkLst>
        <pc:spChg chg="mod">
          <ac:chgData name="Callum Marples" userId="181b5ecd0973825d" providerId="LiveId" clId="{F9280AE4-1E3A-4724-AC8B-34A33F65DC35}" dt="2026-01-15T14:06:22.099" v="2714" actId="20577"/>
          <ac:spMkLst>
            <pc:docMk/>
            <pc:sldMk cId="2446739750" sldId="273"/>
            <ac:spMk id="2" creationId="{A9C820D2-13DA-7668-CE1D-F3443D06C567}"/>
          </ac:spMkLst>
        </pc:spChg>
        <pc:spChg chg="add mod">
          <ac:chgData name="Callum Marples" userId="181b5ecd0973825d" providerId="LiveId" clId="{F9280AE4-1E3A-4724-AC8B-34A33F65DC35}" dt="2026-01-16T14:33:53.692" v="7581" actId="14100"/>
          <ac:spMkLst>
            <pc:docMk/>
            <pc:sldMk cId="2446739750" sldId="273"/>
            <ac:spMk id="3" creationId="{E142300A-6C0C-CC5C-FF32-09B4B934BDE5}"/>
          </ac:spMkLst>
        </pc:spChg>
        <pc:spChg chg="add mod">
          <ac:chgData name="Callum Marples" userId="181b5ecd0973825d" providerId="LiveId" clId="{F9280AE4-1E3A-4724-AC8B-34A33F65DC35}" dt="2026-01-19T10:14:47.725" v="7769" actId="20577"/>
          <ac:spMkLst>
            <pc:docMk/>
            <pc:sldMk cId="2446739750" sldId="273"/>
            <ac:spMk id="4" creationId="{585A6A7E-7D46-F491-5C46-6DC2AFB33E73}"/>
          </ac:spMkLst>
        </pc:spChg>
        <pc:spChg chg="add mod">
          <ac:chgData name="Callum Marples" userId="181b5ecd0973825d" providerId="LiveId" clId="{F9280AE4-1E3A-4724-AC8B-34A33F65DC35}" dt="2026-01-19T10:14:44.917" v="7761" actId="1037"/>
          <ac:spMkLst>
            <pc:docMk/>
            <pc:sldMk cId="2446739750" sldId="273"/>
            <ac:spMk id="57" creationId="{5A7F41A5-6BD3-B483-4159-A78F3A474DC4}"/>
          </ac:spMkLst>
        </pc:spChg>
        <pc:picChg chg="add mod">
          <ac:chgData name="Callum Marples" userId="181b5ecd0973825d" providerId="LiveId" clId="{F9280AE4-1E3A-4724-AC8B-34A33F65DC35}" dt="2026-01-16T14:33:32.432" v="7577" actId="1036"/>
          <ac:picMkLst>
            <pc:docMk/>
            <pc:sldMk cId="2446739750" sldId="273"/>
            <ac:picMk id="55" creationId="{8F5E95F5-2148-8A49-8330-8F571A2AE1D6}"/>
          </ac:picMkLst>
        </pc:picChg>
        <pc:picChg chg="add mod">
          <ac:chgData name="Callum Marples" userId="181b5ecd0973825d" providerId="LiveId" clId="{F9280AE4-1E3A-4724-AC8B-34A33F65DC35}" dt="2026-01-16T14:33:33.526" v="7579" actId="1035"/>
          <ac:picMkLst>
            <pc:docMk/>
            <pc:sldMk cId="2446739750" sldId="273"/>
            <ac:picMk id="4100" creationId="{0A838E0B-0879-5D8C-30D3-DFD5B11A2471}"/>
          </ac:picMkLst>
        </pc:picChg>
      </pc:sldChg>
      <pc:sldChg chg="addSp modSp add mod">
        <pc:chgData name="Callum Marples" userId="181b5ecd0973825d" providerId="LiveId" clId="{F9280AE4-1E3A-4724-AC8B-34A33F65DC35}" dt="2026-01-16T14:41:36.784" v="7639" actId="1035"/>
        <pc:sldMkLst>
          <pc:docMk/>
          <pc:sldMk cId="3523266162" sldId="274"/>
        </pc:sldMkLst>
        <pc:spChg chg="mod">
          <ac:chgData name="Callum Marples" userId="181b5ecd0973825d" providerId="LiveId" clId="{F9280AE4-1E3A-4724-AC8B-34A33F65DC35}" dt="2026-01-16T13:31:24.189" v="6793" actId="20577"/>
          <ac:spMkLst>
            <pc:docMk/>
            <pc:sldMk cId="3523266162" sldId="274"/>
            <ac:spMk id="2" creationId="{988BB1AB-58D5-693A-7C42-F110422AF54D}"/>
          </ac:spMkLst>
        </pc:spChg>
        <pc:spChg chg="add mod">
          <ac:chgData name="Callum Marples" userId="181b5ecd0973825d" providerId="LiveId" clId="{F9280AE4-1E3A-4724-AC8B-34A33F65DC35}" dt="2026-01-16T13:22:01.810" v="6531" actId="1036"/>
          <ac:spMkLst>
            <pc:docMk/>
            <pc:sldMk cId="3523266162" sldId="274"/>
            <ac:spMk id="3" creationId="{0495A3C8-C885-61CE-7EC3-882147E0163D}"/>
          </ac:spMkLst>
        </pc:spChg>
        <pc:spChg chg="add mod">
          <ac:chgData name="Callum Marples" userId="181b5ecd0973825d" providerId="LiveId" clId="{F9280AE4-1E3A-4724-AC8B-34A33F65DC35}" dt="2026-01-16T14:41:36.784" v="7639" actId="1035"/>
          <ac:spMkLst>
            <pc:docMk/>
            <pc:sldMk cId="3523266162" sldId="274"/>
            <ac:spMk id="4" creationId="{DF9DFF24-DA09-68E6-685C-7E4D883762F6}"/>
          </ac:spMkLst>
        </pc:spChg>
        <pc:spChg chg="add mod">
          <ac:chgData name="Callum Marples" userId="181b5ecd0973825d" providerId="LiveId" clId="{F9280AE4-1E3A-4724-AC8B-34A33F65DC35}" dt="2026-01-16T14:40:43.717" v="7611" actId="1582"/>
          <ac:spMkLst>
            <pc:docMk/>
            <pc:sldMk cId="3523266162" sldId="274"/>
            <ac:spMk id="5" creationId="{59F1A115-71EC-B21D-79E5-B50C5D421EB5}"/>
          </ac:spMkLst>
        </pc:spChg>
        <pc:picChg chg="add mod">
          <ac:chgData name="Callum Marples" userId="181b5ecd0973825d" providerId="LiveId" clId="{F9280AE4-1E3A-4724-AC8B-34A33F65DC35}" dt="2026-01-16T14:41:34.256" v="7633" actId="1035"/>
          <ac:picMkLst>
            <pc:docMk/>
            <pc:sldMk cId="3523266162" sldId="274"/>
            <ac:picMk id="2050" creationId="{4EDB7EBB-7013-AFC6-0E8F-3768C7715886}"/>
          </ac:picMkLst>
        </pc:picChg>
        <pc:picChg chg="add mod">
          <ac:chgData name="Callum Marples" userId="181b5ecd0973825d" providerId="LiveId" clId="{F9280AE4-1E3A-4724-AC8B-34A33F65DC35}" dt="2026-01-16T14:40:15.201" v="7605" actId="1076"/>
          <ac:picMkLst>
            <pc:docMk/>
            <pc:sldMk cId="3523266162" sldId="274"/>
            <ac:picMk id="2052" creationId="{AE198B74-94AC-DDD9-0CF9-A80C026DDF7C}"/>
          </ac:picMkLst>
        </pc:picChg>
      </pc:sldChg>
      <pc:sldChg chg="addSp delSp modSp new mod ord">
        <pc:chgData name="Callum Marples" userId="181b5ecd0973825d" providerId="LiveId" clId="{F9280AE4-1E3A-4724-AC8B-34A33F65DC35}" dt="2026-01-16T13:59:51.784" v="7196"/>
        <pc:sldMkLst>
          <pc:docMk/>
          <pc:sldMk cId="278063185" sldId="275"/>
        </pc:sldMkLst>
        <pc:spChg chg="mod">
          <ac:chgData name="Callum Marples" userId="181b5ecd0973825d" providerId="LiveId" clId="{F9280AE4-1E3A-4724-AC8B-34A33F65DC35}" dt="2026-01-16T13:35:05.967" v="6855" actId="20577"/>
          <ac:spMkLst>
            <pc:docMk/>
            <pc:sldMk cId="278063185" sldId="275"/>
            <ac:spMk id="2" creationId="{EBE2612D-1DF5-4398-8EF5-585FC20F79DB}"/>
          </ac:spMkLst>
        </pc:spChg>
        <pc:spChg chg="add mod">
          <ac:chgData name="Callum Marples" userId="181b5ecd0973825d" providerId="LiveId" clId="{F9280AE4-1E3A-4724-AC8B-34A33F65DC35}" dt="2026-01-16T13:42:23.928" v="7192" actId="1036"/>
          <ac:spMkLst>
            <pc:docMk/>
            <pc:sldMk cId="278063185" sldId="275"/>
            <ac:spMk id="3" creationId="{DCF3C2ED-62D3-18C3-0B53-757A76DC962B}"/>
          </ac:spMkLst>
        </pc:spChg>
        <pc:picChg chg="add mod">
          <ac:chgData name="Callum Marples" userId="181b5ecd0973825d" providerId="LiveId" clId="{F9280AE4-1E3A-4724-AC8B-34A33F65DC35}" dt="2026-01-16T13:42:30.161" v="7194" actId="1076"/>
          <ac:picMkLst>
            <pc:docMk/>
            <pc:sldMk cId="278063185" sldId="275"/>
            <ac:picMk id="5124" creationId="{CBDEE5A3-9DC1-E8E1-554D-5883F4865BC9}"/>
          </ac:picMkLst>
        </pc:picChg>
      </pc:sldChg>
      <pc:sldChg chg="addSp delSp modSp new mod">
        <pc:chgData name="Callum Marples" userId="181b5ecd0973825d" providerId="LiveId" clId="{F9280AE4-1E3A-4724-AC8B-34A33F65DC35}" dt="2026-01-18T17:36:52.762" v="7684" actId="20577"/>
        <pc:sldMkLst>
          <pc:docMk/>
          <pc:sldMk cId="3339122334" sldId="276"/>
        </pc:sldMkLst>
        <pc:spChg chg="mod">
          <ac:chgData name="Callum Marples" userId="181b5ecd0973825d" providerId="LiveId" clId="{F9280AE4-1E3A-4724-AC8B-34A33F65DC35}" dt="2026-01-18T17:36:52.762" v="7684" actId="20577"/>
          <ac:spMkLst>
            <pc:docMk/>
            <pc:sldMk cId="3339122334" sldId="276"/>
            <ac:spMk id="2" creationId="{8B8985E0-A2E8-A977-1950-461399B175D1}"/>
          </ac:spMkLst>
        </pc:spChg>
        <pc:spChg chg="add mod">
          <ac:chgData name="Callum Marples" userId="181b5ecd0973825d" providerId="LiveId" clId="{F9280AE4-1E3A-4724-AC8B-34A33F65DC35}" dt="2026-01-16T13:26:35.015" v="6595" actId="1036"/>
          <ac:spMkLst>
            <pc:docMk/>
            <pc:sldMk cId="3339122334" sldId="276"/>
            <ac:spMk id="5" creationId="{27AE18B2-E05E-874A-87EF-27B69C1FECEB}"/>
          </ac:spMkLst>
        </pc:spChg>
        <pc:picChg chg="add mod">
          <ac:chgData name="Callum Marples" userId="181b5ecd0973825d" providerId="LiveId" clId="{F9280AE4-1E3A-4724-AC8B-34A33F65DC35}" dt="2026-01-16T12:32:44.490" v="4801" actId="1035"/>
          <ac:picMkLst>
            <pc:docMk/>
            <pc:sldMk cId="3339122334" sldId="276"/>
            <ac:picMk id="1026" creationId="{0DDF2B15-85C1-C735-7BC4-05FA10DE185A}"/>
          </ac:picMkLst>
        </pc:picChg>
      </pc:sldChg>
      <pc:sldChg chg="addSp delSp modSp new mod">
        <pc:chgData name="Callum Marples" userId="181b5ecd0973825d" providerId="LiveId" clId="{F9280AE4-1E3A-4724-AC8B-34A33F65DC35}" dt="2026-01-16T13:33:18.451" v="6840" actId="12"/>
        <pc:sldMkLst>
          <pc:docMk/>
          <pc:sldMk cId="2950446074" sldId="277"/>
        </pc:sldMkLst>
        <pc:spChg chg="mod">
          <ac:chgData name="Callum Marples" userId="181b5ecd0973825d" providerId="LiveId" clId="{F9280AE4-1E3A-4724-AC8B-34A33F65DC35}" dt="2026-01-16T13:26:08.318" v="6582" actId="20577"/>
          <ac:spMkLst>
            <pc:docMk/>
            <pc:sldMk cId="2950446074" sldId="277"/>
            <ac:spMk id="2" creationId="{7692AB89-41E4-83AC-AE71-ECB88A3E2221}"/>
          </ac:spMkLst>
        </pc:spChg>
        <pc:spChg chg="add mod">
          <ac:chgData name="Callum Marples" userId="181b5ecd0973825d" providerId="LiveId" clId="{F9280AE4-1E3A-4724-AC8B-34A33F65DC35}" dt="2026-01-16T13:33:18.451" v="6840" actId="12"/>
          <ac:spMkLst>
            <pc:docMk/>
            <pc:sldMk cId="2950446074" sldId="277"/>
            <ac:spMk id="3" creationId="{D06006A6-7DB9-8B65-1A57-BFB01A71D8D7}"/>
          </ac:spMkLst>
        </pc:spChg>
        <pc:picChg chg="add mod">
          <ac:chgData name="Callum Marples" userId="181b5ecd0973825d" providerId="LiveId" clId="{F9280AE4-1E3A-4724-AC8B-34A33F65DC35}" dt="2026-01-16T13:32:22.491" v="6826" actId="1036"/>
          <ac:picMkLst>
            <pc:docMk/>
            <pc:sldMk cId="2950446074" sldId="277"/>
            <ac:picMk id="5122" creationId="{4BB03BE9-5C25-79E6-F927-911D82AED04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126E6B-96C7-432F-9C90-3A3ED5E15E7F}" type="datetimeFigureOut">
              <a:rPr lang="en-GB" smtClean="0"/>
              <a:t>19/01/2026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D64F3D-7D44-42BD-92ED-35DA5E31E96B}" type="slidenum">
              <a:rPr lang="en-GB" smtClean="0"/>
              <a:t>‹#›</a:t>
            </a:fld>
            <a:endParaRPr lang="en-GB"/>
          </a:p>
        </p:txBody>
      </p:sp>
    </p:spTree>
    <p:extLst>
      <p:ext uri="{BB962C8B-B14F-4D97-AF65-F5344CB8AC3E}">
        <p14:creationId xmlns:p14="http://schemas.microsoft.com/office/powerpoint/2010/main" val="437727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ubtitle Slid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6384DCF-A2B1-EC8D-9340-D56448B22665}"/>
              </a:ext>
            </a:extLst>
          </p:cNvPr>
          <p:cNvSpPr>
            <a:spLocks noGrp="1"/>
          </p:cNvSpPr>
          <p:nvPr>
            <p:ph type="dt" sz="half" idx="10"/>
          </p:nvPr>
        </p:nvSpPr>
        <p:spPr/>
        <p:txBody>
          <a:bodyPr/>
          <a:lstStyle/>
          <a:p>
            <a:fld id="{670DB95D-51D3-40BA-94E1-656CF1839B5E}" type="datetime1">
              <a:rPr lang="en-GB" smtClean="0"/>
              <a:t>19/01/2026</a:t>
            </a:fld>
            <a:endParaRPr lang="en-GB"/>
          </a:p>
        </p:txBody>
      </p:sp>
      <p:sp>
        <p:nvSpPr>
          <p:cNvPr id="4" name="Footer Placeholder 3">
            <a:extLst>
              <a:ext uri="{FF2B5EF4-FFF2-40B4-BE49-F238E27FC236}">
                <a16:creationId xmlns:a16="http://schemas.microsoft.com/office/drawing/2014/main" id="{BBE03692-0D51-5923-7836-2EDF66A02152}"/>
              </a:ext>
            </a:extLst>
          </p:cNvPr>
          <p:cNvSpPr>
            <a:spLocks noGrp="1"/>
          </p:cNvSpPr>
          <p:nvPr>
            <p:ph type="ftr" sz="quarter" idx="11"/>
          </p:nvPr>
        </p:nvSpPr>
        <p:spPr/>
        <p:txBody>
          <a:bodyPr/>
          <a:lstStyle/>
          <a:p>
            <a:r>
              <a:rPr lang="en-GB"/>
              <a:t>Dr. Cal Marples</a:t>
            </a:r>
            <a:endParaRPr lang="en-GB" dirty="0"/>
          </a:p>
        </p:txBody>
      </p:sp>
      <p:sp>
        <p:nvSpPr>
          <p:cNvPr id="5" name="Slide Number Placeholder 4">
            <a:extLst>
              <a:ext uri="{FF2B5EF4-FFF2-40B4-BE49-F238E27FC236}">
                <a16:creationId xmlns:a16="http://schemas.microsoft.com/office/drawing/2014/main" id="{2FDD57B2-ABDC-780E-FFEB-7FFFD3F2603F}"/>
              </a:ext>
            </a:extLst>
          </p:cNvPr>
          <p:cNvSpPr>
            <a:spLocks noGrp="1"/>
          </p:cNvSpPr>
          <p:nvPr>
            <p:ph type="sldNum" sz="quarter" idx="12"/>
          </p:nvPr>
        </p:nvSpPr>
        <p:spPr/>
        <p:txBody>
          <a:bodyPr/>
          <a:lstStyle/>
          <a:p>
            <a:fld id="{5A06F9E0-7CC1-483F-AD0A-9F36236792E3}" type="slidenum">
              <a:rPr lang="en-GB" smtClean="0"/>
              <a:pPr/>
              <a:t>‹#›</a:t>
            </a:fld>
            <a:endParaRPr lang="en-GB"/>
          </a:p>
        </p:txBody>
      </p:sp>
    </p:spTree>
    <p:extLst>
      <p:ext uri="{BB962C8B-B14F-4D97-AF65-F5344CB8AC3E}">
        <p14:creationId xmlns:p14="http://schemas.microsoft.com/office/powerpoint/2010/main" val="1814378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egular Slide">
    <p:spTree>
      <p:nvGrpSpPr>
        <p:cNvPr id="1" name=""/>
        <p:cNvGrpSpPr/>
        <p:nvPr/>
      </p:nvGrpSpPr>
      <p:grpSpPr>
        <a:xfrm>
          <a:off x="0" y="0"/>
          <a:ext cx="0" cy="0"/>
          <a:chOff x="0" y="0"/>
          <a:chExt cx="0" cy="0"/>
        </a:xfrm>
      </p:grpSpPr>
      <p:sp>
        <p:nvSpPr>
          <p:cNvPr id="7" name="Rectangle 6"/>
          <p:cNvSpPr/>
          <p:nvPr/>
        </p:nvSpPr>
        <p:spPr>
          <a:xfrm flipH="1" flipV="1">
            <a:off x="-3" y="-6875"/>
            <a:ext cx="10113404" cy="1188000"/>
          </a:xfrm>
          <a:prstGeom prst="rect">
            <a:avLst/>
          </a:prstGeom>
          <a:gradFill flip="none" rotWithShape="1">
            <a:gsLst>
              <a:gs pos="50000">
                <a:schemeClr val="tx1">
                  <a:lumMod val="75000"/>
                  <a:lumOff val="25000"/>
                </a:schemeClr>
              </a:gs>
              <a:gs pos="0">
                <a:schemeClr val="tx1"/>
              </a:gs>
              <a:gs pos="100000">
                <a:schemeClr val="tx1"/>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Date Placeholder 2"/>
          <p:cNvSpPr>
            <a:spLocks noGrp="1"/>
          </p:cNvSpPr>
          <p:nvPr>
            <p:ph type="dt" sz="half" idx="10"/>
          </p:nvPr>
        </p:nvSpPr>
        <p:spPr/>
        <p:txBody>
          <a:bodyPr/>
          <a:lstStyle/>
          <a:p>
            <a:fld id="{50264D76-0137-422B-A82A-4821FAE2F093}" type="datetime1">
              <a:rPr lang="en-GB" smtClean="0"/>
              <a:t>19/01/2026</a:t>
            </a:fld>
            <a:endParaRPr lang="en-GB"/>
          </a:p>
        </p:txBody>
      </p:sp>
      <p:sp>
        <p:nvSpPr>
          <p:cNvPr id="4" name="Footer Placeholder 3"/>
          <p:cNvSpPr>
            <a:spLocks noGrp="1"/>
          </p:cNvSpPr>
          <p:nvPr>
            <p:ph type="ftr" sz="quarter" idx="11"/>
          </p:nvPr>
        </p:nvSpPr>
        <p:spPr/>
        <p:txBody>
          <a:bodyPr/>
          <a:lstStyle/>
          <a:p>
            <a:r>
              <a:rPr lang="en-GB"/>
              <a:t>Dr. Cal Marples</a:t>
            </a:r>
          </a:p>
        </p:txBody>
      </p:sp>
      <p:sp>
        <p:nvSpPr>
          <p:cNvPr id="5" name="Slide Number Placeholder 4"/>
          <p:cNvSpPr>
            <a:spLocks noGrp="1"/>
          </p:cNvSpPr>
          <p:nvPr>
            <p:ph type="sldNum" sz="quarter" idx="12"/>
          </p:nvPr>
        </p:nvSpPr>
        <p:spPr/>
        <p:txBody>
          <a:bodyPr/>
          <a:lstStyle/>
          <a:p>
            <a:fld id="{5A06F9E0-7CC1-483F-AD0A-9F36236792E3}" type="slidenum">
              <a:rPr lang="en-GB" smtClean="0"/>
              <a:t>‹#›</a:t>
            </a:fld>
            <a:endParaRPr lang="en-GB"/>
          </a:p>
        </p:txBody>
      </p:sp>
      <p:sp>
        <p:nvSpPr>
          <p:cNvPr id="6" name="Title 1">
            <a:extLst>
              <a:ext uri="{FF2B5EF4-FFF2-40B4-BE49-F238E27FC236}">
                <a16:creationId xmlns:a16="http://schemas.microsoft.com/office/drawing/2014/main" id="{62357A61-694A-BD69-61E7-5DFB5DFADB05}"/>
              </a:ext>
            </a:extLst>
          </p:cNvPr>
          <p:cNvSpPr>
            <a:spLocks noGrp="1"/>
          </p:cNvSpPr>
          <p:nvPr>
            <p:ph type="title"/>
          </p:nvPr>
        </p:nvSpPr>
        <p:spPr>
          <a:xfrm>
            <a:off x="-3271" y="0"/>
            <a:ext cx="10116672" cy="1183965"/>
          </a:xfrm>
          <a:prstGeom prst="rect">
            <a:avLst/>
          </a:prstGeom>
        </p:spPr>
        <p:txBody>
          <a:bodyPr anchor="ctr"/>
          <a:lstStyle>
            <a:lvl1pPr>
              <a:defRPr/>
            </a:lvl1pPr>
          </a:lstStyle>
          <a:p>
            <a:r>
              <a:rPr lang="en-US" dirty="0"/>
              <a:t>Click to edit Master title style</a:t>
            </a:r>
            <a:endParaRPr lang="en-GB" dirty="0"/>
          </a:p>
        </p:txBody>
      </p:sp>
    </p:spTree>
    <p:extLst>
      <p:ext uri="{BB962C8B-B14F-4D97-AF65-F5344CB8AC3E}">
        <p14:creationId xmlns:p14="http://schemas.microsoft.com/office/powerpoint/2010/main" val="273596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p:bldLst>
  </p:timing>
  <p:extLst>
    <p:ext uri="{DCECCB84-F9BA-43D5-87BE-67443E8EF086}">
      <p15:sldGuideLst xmlns:p15="http://schemas.microsoft.com/office/powerpoint/2012/main">
        <p15:guide id="1" pos="7">
          <p15:clr>
            <a:srgbClr val="FBAE40"/>
          </p15:clr>
        </p15:guide>
        <p15:guide id="2" pos="753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4" name="Picture 3" descr="A black and white image of a wavy surface&#10;&#10;AI-generated content may be incorrect.">
            <a:extLst>
              <a:ext uri="{FF2B5EF4-FFF2-40B4-BE49-F238E27FC236}">
                <a16:creationId xmlns:a16="http://schemas.microsoft.com/office/drawing/2014/main" id="{84531C9C-EA80-AC25-D35D-1E7008FC869A}"/>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0" y="0"/>
            <a:ext cx="12192194" cy="6965156"/>
          </a:xfrm>
          <a:prstGeom prst="rect">
            <a:avLst/>
          </a:prstGeom>
        </p:spPr>
      </p:pic>
      <p:sp>
        <p:nvSpPr>
          <p:cNvPr id="2" name="Title 1"/>
          <p:cNvSpPr>
            <a:spLocks noGrp="1"/>
          </p:cNvSpPr>
          <p:nvPr>
            <p:ph type="ctrTitle"/>
          </p:nvPr>
        </p:nvSpPr>
        <p:spPr>
          <a:xfrm>
            <a:off x="6496841" y="1878631"/>
            <a:ext cx="5359400" cy="2387600"/>
          </a:xfrm>
          <a:prstGeom prst="rect">
            <a:avLst/>
          </a:prstGeom>
          <a:solidFill>
            <a:schemeClr val="tx1">
              <a:alpha val="75000"/>
            </a:schemeClr>
          </a:solidFill>
          <a:ln w="19050">
            <a:solidFill>
              <a:schemeClr val="bg1"/>
            </a:solidFill>
          </a:ln>
        </p:spPr>
        <p:txBody>
          <a:bodyPr anchor="ctr">
            <a:normAutofit/>
          </a:bodyPr>
          <a:lstStyle>
            <a:lvl1pPr algn="ctr">
              <a:lnSpc>
                <a:spcPct val="100000"/>
              </a:lnSpc>
              <a:defRPr sz="5400" b="1">
                <a:solidFill>
                  <a:schemeClr val="bg1"/>
                </a:solidFill>
              </a:defRPr>
            </a:lvl1pPr>
          </a:lstStyle>
          <a:p>
            <a:r>
              <a:rPr lang="en-US" dirty="0"/>
              <a:t>Click to edit Master title style</a:t>
            </a:r>
            <a:endParaRPr lang="en-GB" dirty="0"/>
          </a:p>
        </p:txBody>
      </p:sp>
      <p:sp>
        <p:nvSpPr>
          <p:cNvPr id="6" name="Text Placeholder 5"/>
          <p:cNvSpPr>
            <a:spLocks noGrp="1"/>
          </p:cNvSpPr>
          <p:nvPr>
            <p:ph type="body" sz="quarter" idx="10" hasCustomPrompt="1"/>
          </p:nvPr>
        </p:nvSpPr>
        <p:spPr>
          <a:xfrm>
            <a:off x="6496938" y="4266231"/>
            <a:ext cx="5359206" cy="1079795"/>
          </a:xfrm>
          <a:prstGeom prst="rect">
            <a:avLst/>
          </a:prstGeom>
          <a:solidFill>
            <a:schemeClr val="tx1">
              <a:alpha val="75000"/>
            </a:schemeClr>
          </a:solidFill>
          <a:ln w="19050">
            <a:solidFill>
              <a:schemeClr val="bg1"/>
            </a:solidFill>
          </a:ln>
        </p:spPr>
        <p:txBody>
          <a:bodyPr anchor="ctr">
            <a:normAutofit/>
          </a:bodyPr>
          <a:lstStyle>
            <a:lvl1pPr marL="0" indent="0" algn="ctr">
              <a:buNone/>
              <a:defRPr sz="2800" b="1" baseline="0">
                <a:solidFill>
                  <a:schemeClr val="bg1"/>
                </a:solidFill>
                <a:latin typeface="+mj-lt"/>
              </a:defRPr>
            </a:lvl1pPr>
          </a:lstStyle>
          <a:p>
            <a:pPr lvl="0"/>
            <a:r>
              <a:rPr lang="en-GB" dirty="0"/>
              <a:t>Insert Text</a:t>
            </a:r>
          </a:p>
        </p:txBody>
      </p:sp>
      <p:pic>
        <p:nvPicPr>
          <p:cNvPr id="10" name="Picture 9" descr="A logo with a skull and a book and a brain&#10;&#10;AI-generated content may be incorrect.">
            <a:extLst>
              <a:ext uri="{FF2B5EF4-FFF2-40B4-BE49-F238E27FC236}">
                <a16:creationId xmlns:a16="http://schemas.microsoft.com/office/drawing/2014/main" id="{41561FB5-6606-0CEC-B212-0F096939B61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7880" y="1322578"/>
            <a:ext cx="4320000" cy="4320000"/>
          </a:xfrm>
          <a:prstGeom prst="rect">
            <a:avLst/>
          </a:prstGeom>
          <a:gradFill flip="none" rotWithShape="1">
            <a:gsLst>
              <a:gs pos="40000">
                <a:schemeClr val="tx1"/>
              </a:gs>
              <a:gs pos="100000">
                <a:schemeClr val="tx1">
                  <a:lumMod val="95000"/>
                  <a:lumOff val="5000"/>
                  <a:alpha val="0"/>
                </a:schemeClr>
              </a:gs>
            </a:gsLst>
            <a:path path="circle">
              <a:fillToRect l="50000" t="50000" r="50000" b="50000"/>
            </a:path>
            <a:tileRect/>
          </a:gradFill>
        </p:spPr>
      </p:pic>
    </p:spTree>
    <p:extLst>
      <p:ext uri="{BB962C8B-B14F-4D97-AF65-F5344CB8AC3E}">
        <p14:creationId xmlns:p14="http://schemas.microsoft.com/office/powerpoint/2010/main" val="871030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7" name="Rectangle 6"/>
          <p:cNvSpPr/>
          <p:nvPr/>
        </p:nvSpPr>
        <p:spPr>
          <a:xfrm flipH="1" flipV="1">
            <a:off x="0" y="-1"/>
            <a:ext cx="12192000" cy="6857999"/>
          </a:xfrm>
          <a:prstGeom prst="rect">
            <a:avLst/>
          </a:prstGeom>
          <a:gradFill flip="none" rotWithShape="1">
            <a:gsLst>
              <a:gs pos="0">
                <a:schemeClr val="tx1"/>
              </a:gs>
              <a:gs pos="100000">
                <a:schemeClr val="tx1">
                  <a:lumMod val="85000"/>
                  <a:lumOff val="1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68364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implified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5AD56A-B083-63FD-0BF1-A655FDDF5E17}"/>
              </a:ext>
            </a:extLst>
          </p:cNvPr>
          <p:cNvSpPr/>
          <p:nvPr userDrawn="1"/>
        </p:nvSpPr>
        <p:spPr>
          <a:xfrm flipH="1" flipV="1">
            <a:off x="-3" y="-6875"/>
            <a:ext cx="10113404" cy="1188000"/>
          </a:xfrm>
          <a:prstGeom prst="rect">
            <a:avLst/>
          </a:prstGeom>
          <a:gradFill flip="none" rotWithShape="1">
            <a:gsLst>
              <a:gs pos="50000">
                <a:schemeClr val="tx1">
                  <a:lumMod val="75000"/>
                  <a:lumOff val="25000"/>
                </a:schemeClr>
              </a:gs>
              <a:gs pos="0">
                <a:schemeClr val="tx1"/>
              </a:gs>
              <a:gs pos="100000">
                <a:schemeClr val="tx1"/>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tle 1">
            <a:extLst>
              <a:ext uri="{FF2B5EF4-FFF2-40B4-BE49-F238E27FC236}">
                <a16:creationId xmlns:a16="http://schemas.microsoft.com/office/drawing/2014/main" id="{A079B155-49F2-0062-2439-8DA28E69F7B2}"/>
              </a:ext>
            </a:extLst>
          </p:cNvPr>
          <p:cNvSpPr>
            <a:spLocks noGrp="1"/>
          </p:cNvSpPr>
          <p:nvPr>
            <p:ph type="title"/>
          </p:nvPr>
        </p:nvSpPr>
        <p:spPr>
          <a:xfrm>
            <a:off x="-3271" y="0"/>
            <a:ext cx="10116672" cy="1183965"/>
          </a:xfrm>
          <a:prstGeom prst="rect">
            <a:avLst/>
          </a:prstGeom>
        </p:spPr>
        <p:txBody>
          <a:bodyPr anchor="ctr"/>
          <a:lstStyle>
            <a:lvl1pPr>
              <a:defRPr/>
            </a:lvl1pPr>
          </a:lstStyle>
          <a:p>
            <a:r>
              <a:rPr lang="en-US" dirty="0"/>
              <a:t>Click to edit Master title style</a:t>
            </a:r>
            <a:endParaRPr lang="en-GB" dirty="0"/>
          </a:p>
        </p:txBody>
      </p:sp>
    </p:spTree>
    <p:extLst>
      <p:ext uri="{BB962C8B-B14F-4D97-AF65-F5344CB8AC3E}">
        <p14:creationId xmlns:p14="http://schemas.microsoft.com/office/powerpoint/2010/main" val="4169827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7537">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1F175DC-EFC0-BBA4-AB87-2BCAFC2DF2B6}"/>
              </a:ext>
            </a:extLst>
          </p:cNvPr>
          <p:cNvSpPr/>
          <p:nvPr userDrawn="1"/>
        </p:nvSpPr>
        <p:spPr>
          <a:xfrm flipH="1" flipV="1">
            <a:off x="-1596" y="-4035"/>
            <a:ext cx="12193593" cy="1188000"/>
          </a:xfrm>
          <a:prstGeom prst="rect">
            <a:avLst/>
          </a:prstGeom>
          <a:gradFill flip="none" rotWithShape="1">
            <a:gsLst>
              <a:gs pos="0">
                <a:schemeClr val="tx1">
                  <a:lumMod val="65000"/>
                  <a:lumOff val="35000"/>
                </a:schemeClr>
              </a:gs>
              <a:gs pos="100000">
                <a:schemeClr val="bg1">
                  <a:lumMod val="8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dirty="0"/>
          </a:p>
        </p:txBody>
      </p:sp>
      <p:sp>
        <p:nvSpPr>
          <p:cNvPr id="9" name="Rectangle 8"/>
          <p:cNvSpPr/>
          <p:nvPr/>
        </p:nvSpPr>
        <p:spPr>
          <a:xfrm flipH="1" flipV="1">
            <a:off x="10116674" y="-4035"/>
            <a:ext cx="2075323" cy="118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955FC651-4E43-458A-84A9-95919054EF0B}" type="datetime1">
              <a:rPr lang="en-GB" smtClean="0"/>
              <a:t>19/01/2026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GB"/>
              <a:t>Dr. Cal Marples</a:t>
            </a:r>
            <a:endParaRPr lang="en-GB"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5A06F9E0-7CC1-483F-AD0A-9F36236792E3}" type="slidenum">
              <a:rPr lang="en-GB" smtClean="0"/>
              <a:pPr/>
              <a:t>‹#›</a:t>
            </a:fld>
            <a:endParaRPr lang="en-GB"/>
          </a:p>
        </p:txBody>
      </p:sp>
      <p:pic>
        <p:nvPicPr>
          <p:cNvPr id="11" name="Picture 10" descr="A logo on a black background&#10;&#10;AI-generated content may be incorrect.">
            <a:extLst>
              <a:ext uri="{FF2B5EF4-FFF2-40B4-BE49-F238E27FC236}">
                <a16:creationId xmlns:a16="http://schemas.microsoft.com/office/drawing/2014/main" id="{B6922415-A9B0-ACAD-14CE-91B7A7A3244D}"/>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365348" y="-199022"/>
            <a:ext cx="1577974" cy="1577974"/>
          </a:xfrm>
          <a:prstGeom prst="rect">
            <a:avLst/>
          </a:prstGeom>
        </p:spPr>
      </p:pic>
    </p:spTree>
    <p:extLst>
      <p:ext uri="{BB962C8B-B14F-4D97-AF65-F5344CB8AC3E}">
        <p14:creationId xmlns:p14="http://schemas.microsoft.com/office/powerpoint/2010/main" val="2220184927"/>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0" r:id="rId3"/>
    <p:sldLayoutId id="2147483655" r:id="rId4"/>
    <p:sldLayoutId id="2147483654"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ctr"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hyperlink" Target="https://doi.org/10.1098/rsif.2018.0918"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E4C1B-59DE-CC2D-D8F3-160C2AC0F378}"/>
              </a:ext>
            </a:extLst>
          </p:cNvPr>
          <p:cNvSpPr>
            <a:spLocks noGrp="1"/>
          </p:cNvSpPr>
          <p:nvPr>
            <p:ph type="ctrTitle"/>
          </p:nvPr>
        </p:nvSpPr>
        <p:spPr/>
        <p:txBody>
          <a:bodyPr/>
          <a:lstStyle/>
          <a:p>
            <a:r>
              <a:rPr lang="en-GB" dirty="0"/>
              <a:t>Cal Marples</a:t>
            </a:r>
          </a:p>
        </p:txBody>
      </p:sp>
      <p:sp>
        <p:nvSpPr>
          <p:cNvPr id="3" name="Text Placeholder 2">
            <a:extLst>
              <a:ext uri="{FF2B5EF4-FFF2-40B4-BE49-F238E27FC236}">
                <a16:creationId xmlns:a16="http://schemas.microsoft.com/office/drawing/2014/main" id="{681F68B8-DAD2-6FCF-71CD-2ED0C7662E89}"/>
              </a:ext>
            </a:extLst>
          </p:cNvPr>
          <p:cNvSpPr>
            <a:spLocks noGrp="1"/>
          </p:cNvSpPr>
          <p:nvPr>
            <p:ph type="body" sz="quarter" idx="10"/>
          </p:nvPr>
        </p:nvSpPr>
        <p:spPr/>
        <p:txBody>
          <a:bodyPr/>
          <a:lstStyle/>
          <a:p>
            <a:r>
              <a:rPr lang="en-GB" dirty="0"/>
              <a:t>19</a:t>
            </a:r>
            <a:r>
              <a:rPr lang="en-GB" baseline="30000" dirty="0"/>
              <a:t>th</a:t>
            </a:r>
            <a:r>
              <a:rPr lang="en-GB" dirty="0"/>
              <a:t> January 2026</a:t>
            </a:r>
          </a:p>
        </p:txBody>
      </p:sp>
    </p:spTree>
    <p:extLst>
      <p:ext uri="{BB962C8B-B14F-4D97-AF65-F5344CB8AC3E}">
        <p14:creationId xmlns:p14="http://schemas.microsoft.com/office/powerpoint/2010/main" val="3370155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66EE22A-6273-C372-D285-0C6C00BA1101}"/>
              </a:ext>
            </a:extLst>
          </p:cNvPr>
          <p:cNvSpPr txBox="1"/>
          <p:nvPr/>
        </p:nvSpPr>
        <p:spPr>
          <a:xfrm>
            <a:off x="838200" y="2312286"/>
            <a:ext cx="10515600" cy="2431435"/>
          </a:xfrm>
          <a:prstGeom prst="rect">
            <a:avLst/>
          </a:prstGeom>
          <a:noFill/>
        </p:spPr>
        <p:txBody>
          <a:bodyPr wrap="square" rtlCol="0">
            <a:spAutoFit/>
          </a:bodyPr>
          <a:lstStyle/>
          <a:p>
            <a:pPr algn="ctr"/>
            <a:r>
              <a:rPr lang="en-GB" sz="3200" i="0" dirty="0">
                <a:solidFill>
                  <a:srgbClr val="0B0B0B"/>
                </a:solidFill>
                <a:effectLst/>
                <a:latin typeface="+mj-lt"/>
              </a:rPr>
              <a:t>Evolution of cooperation in an epithelium</a:t>
            </a:r>
          </a:p>
          <a:p>
            <a:endParaRPr lang="en-GB" sz="2000" b="0" i="0" dirty="0">
              <a:solidFill>
                <a:srgbClr val="222222"/>
              </a:solidFill>
              <a:effectLst/>
              <a:latin typeface="+mj-lt"/>
              <a:ea typeface="Verdana" panose="020B0604030504040204" pitchFamily="34" charset="0"/>
            </a:endParaRPr>
          </a:p>
          <a:p>
            <a:endParaRPr lang="en-GB" sz="2000" b="0" i="0" dirty="0">
              <a:solidFill>
                <a:srgbClr val="222222"/>
              </a:solidFill>
              <a:effectLst/>
              <a:latin typeface="+mj-lt"/>
              <a:ea typeface="Verdana" panose="020B0604030504040204" pitchFamily="34" charset="0"/>
            </a:endParaRPr>
          </a:p>
          <a:p>
            <a:pPr marL="342900" indent="-342900">
              <a:buFont typeface="Arial" panose="020B0604020202020204" pitchFamily="34" charset="0"/>
              <a:buChar char="•"/>
            </a:pPr>
            <a:r>
              <a:rPr lang="en-GB" sz="2000" b="0" i="0" u="none" strike="noStrike" baseline="0" dirty="0">
                <a:solidFill>
                  <a:srgbClr val="000000"/>
                </a:solidFill>
                <a:latin typeface="+mj-lt"/>
              </a:rPr>
              <a:t>Jessie Renton and Karen M. Page</a:t>
            </a:r>
          </a:p>
          <a:p>
            <a:endParaRPr lang="en-GB" sz="2000" dirty="0">
              <a:solidFill>
                <a:srgbClr val="222222"/>
              </a:solidFill>
              <a:latin typeface="+mj-lt"/>
              <a:ea typeface="Verdana" panose="020B0604030504040204" pitchFamily="34" charset="0"/>
            </a:endParaRPr>
          </a:p>
          <a:p>
            <a:pPr marL="342900" indent="-342900">
              <a:buFont typeface="Arial" panose="020B0604020202020204" pitchFamily="34" charset="0"/>
              <a:buChar char="•"/>
            </a:pPr>
            <a:r>
              <a:rPr lang="en-GB" sz="2000" b="0" i="1" dirty="0">
                <a:solidFill>
                  <a:srgbClr val="222222"/>
                </a:solidFill>
                <a:effectLst/>
                <a:latin typeface="+mj-lt"/>
              </a:rPr>
              <a:t>J R Soc Interface, </a:t>
            </a:r>
            <a:r>
              <a:rPr lang="en-GB" sz="2000" dirty="0">
                <a:solidFill>
                  <a:srgbClr val="222222"/>
                </a:solidFill>
                <a:latin typeface="+mj-lt"/>
                <a:ea typeface="Verdana" panose="020B0604030504040204" pitchFamily="34" charset="0"/>
              </a:rPr>
              <a:t>Vol. 16, No. 152, March 2019</a:t>
            </a:r>
          </a:p>
          <a:p>
            <a:pPr marL="342900" indent="-342900">
              <a:buFont typeface="Arial" panose="020B0604020202020204" pitchFamily="34" charset="0"/>
              <a:buChar char="•"/>
            </a:pPr>
            <a:r>
              <a:rPr lang="en-GB" sz="2000" dirty="0">
                <a:latin typeface="+mj-lt"/>
                <a:ea typeface="Verdana" panose="020B0604030504040204" pitchFamily="34" charset="0"/>
              </a:rPr>
              <a:t>DOI: </a:t>
            </a:r>
            <a:r>
              <a:rPr lang="en-GB" sz="2000" u="sng" dirty="0">
                <a:latin typeface="Arial" panose="020B0604020202020204" pitchFamily="34" charset="0"/>
                <a:cs typeface="Arial" panose="020B0604020202020204" pitchFamily="34" charset="0"/>
                <a:hlinkClick r:id="rId2"/>
              </a:rPr>
              <a:t>https://doi.org/10.1098/rsif.2018.0918</a:t>
            </a:r>
            <a:endParaRPr lang="en-GB" sz="2000" dirty="0">
              <a:latin typeface="Arial" panose="020B0604020202020204" pitchFamily="34" charset="0"/>
              <a:ea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1047744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A62D50D-536C-663A-BFC5-5A568059153F}"/>
              </a:ext>
            </a:extLst>
          </p:cNvPr>
          <p:cNvSpPr>
            <a:spLocks noGrp="1"/>
          </p:cNvSpPr>
          <p:nvPr>
            <p:ph type="title"/>
          </p:nvPr>
        </p:nvSpPr>
        <p:spPr/>
        <p:txBody>
          <a:bodyPr/>
          <a:lstStyle/>
          <a:p>
            <a:r>
              <a:rPr lang="en-GB" dirty="0"/>
              <a:t>Outline</a:t>
            </a:r>
          </a:p>
        </p:txBody>
      </p:sp>
      <p:sp>
        <p:nvSpPr>
          <p:cNvPr id="7" name="TextBox 6">
            <a:extLst>
              <a:ext uri="{FF2B5EF4-FFF2-40B4-BE49-F238E27FC236}">
                <a16:creationId xmlns:a16="http://schemas.microsoft.com/office/drawing/2014/main" id="{06690EBE-86DE-D588-4210-B6653965FD36}"/>
              </a:ext>
            </a:extLst>
          </p:cNvPr>
          <p:cNvSpPr txBox="1"/>
          <p:nvPr/>
        </p:nvSpPr>
        <p:spPr>
          <a:xfrm>
            <a:off x="457200" y="1752605"/>
            <a:ext cx="11353800" cy="6001643"/>
          </a:xfrm>
          <a:prstGeom prst="rect">
            <a:avLst/>
          </a:prstGeom>
          <a:noFill/>
        </p:spPr>
        <p:txBody>
          <a:bodyPr wrap="square" rtlCol="0">
            <a:spAutoFit/>
          </a:bodyPr>
          <a:lstStyle/>
          <a:p>
            <a:pPr marL="342900" indent="-342900">
              <a:buFont typeface="Arial" panose="020B0604020202020204" pitchFamily="34" charset="0"/>
              <a:buChar char="•"/>
            </a:pPr>
            <a:r>
              <a:rPr lang="en-GB" sz="2400" dirty="0">
                <a:latin typeface="+mj-lt"/>
              </a:rPr>
              <a:t>Tumour development requires production of diffusible growth factors.</a:t>
            </a:r>
          </a:p>
          <a:p>
            <a:pPr marL="342900" indent="-342900">
              <a:buFont typeface="Arial" panose="020B0604020202020204" pitchFamily="34" charset="0"/>
              <a:buChar char="•"/>
            </a:pPr>
            <a:endParaRPr lang="en-GB" sz="2400" dirty="0">
              <a:latin typeface="+mj-lt"/>
            </a:endParaRPr>
          </a:p>
          <a:p>
            <a:pPr marL="342900" indent="-342900">
              <a:buFont typeface="Arial" panose="020B0604020202020204" pitchFamily="34" charset="0"/>
              <a:buChar char="•"/>
            </a:pPr>
            <a:r>
              <a:rPr lang="en-GB" sz="2400" dirty="0">
                <a:latin typeface="+mj-lt"/>
              </a:rPr>
              <a:t>Can be interpreted as </a:t>
            </a:r>
            <a:r>
              <a:rPr lang="en-GB" sz="2400" i="1" dirty="0">
                <a:latin typeface="+mj-lt"/>
              </a:rPr>
              <a:t>cellular cooperation.</a:t>
            </a:r>
          </a:p>
          <a:p>
            <a:pPr marL="342900" indent="-342900">
              <a:buFont typeface="Arial" panose="020B0604020202020204" pitchFamily="34" charset="0"/>
              <a:buChar char="•"/>
            </a:pPr>
            <a:endParaRPr lang="en-GB" sz="2400" i="1" dirty="0">
              <a:latin typeface="+mj-lt"/>
            </a:endParaRPr>
          </a:p>
          <a:p>
            <a:pPr marL="342900" indent="-342900">
              <a:buFont typeface="Arial" panose="020B0604020202020204" pitchFamily="34" charset="0"/>
              <a:buChar char="•"/>
            </a:pPr>
            <a:r>
              <a:rPr lang="en-GB" sz="2400" i="1" dirty="0">
                <a:latin typeface="+mj-lt"/>
              </a:rPr>
              <a:t>Game Theory: </a:t>
            </a:r>
            <a:r>
              <a:rPr lang="en-GB" sz="2400" dirty="0">
                <a:latin typeface="+mj-lt"/>
              </a:rPr>
              <a:t>the mathematics of strategic interactions.</a:t>
            </a:r>
            <a:endParaRPr lang="en-GB" sz="2400" i="1" dirty="0">
              <a:latin typeface="+mj-lt"/>
            </a:endParaRPr>
          </a:p>
          <a:p>
            <a:endParaRPr lang="en-GB" sz="2400" dirty="0">
              <a:latin typeface="+mj-lt"/>
            </a:endParaRPr>
          </a:p>
          <a:p>
            <a:pPr marL="342900" indent="-342900">
              <a:buFont typeface="Arial" panose="020B0604020202020204" pitchFamily="34" charset="0"/>
              <a:buChar char="•"/>
            </a:pPr>
            <a:r>
              <a:rPr lang="en-GB" sz="2400" dirty="0">
                <a:latin typeface="+mj-lt"/>
              </a:rPr>
              <a:t>Under what conditions is cooperation favoured by natural selection?</a:t>
            </a:r>
          </a:p>
          <a:p>
            <a:pPr marL="342900" indent="-342900">
              <a:buFont typeface="Arial" panose="020B0604020202020204" pitchFamily="34" charset="0"/>
              <a:buChar char="•"/>
            </a:pPr>
            <a:endParaRPr lang="en-GB" sz="2400" dirty="0">
              <a:latin typeface="+mj-lt"/>
            </a:endParaRPr>
          </a:p>
          <a:p>
            <a:pPr marL="342900" indent="-342900">
              <a:buFont typeface="Arial" panose="020B0604020202020204" pitchFamily="34" charset="0"/>
              <a:buChar char="•"/>
            </a:pPr>
            <a:r>
              <a:rPr lang="en-GB" sz="2400" dirty="0">
                <a:latin typeface="+mj-lt"/>
              </a:rPr>
              <a:t>How does this depend on the choice of model?</a:t>
            </a:r>
          </a:p>
          <a:p>
            <a:pPr marL="342900" indent="-342900">
              <a:buFont typeface="Arial" panose="020B0604020202020204" pitchFamily="34" charset="0"/>
              <a:buChar char="•"/>
            </a:pPr>
            <a:endParaRPr lang="en-GB" sz="2400" dirty="0">
              <a:latin typeface="+mj-lt"/>
            </a:endParaRPr>
          </a:p>
          <a:p>
            <a:pPr marL="800100" lvl="1" indent="-342900">
              <a:buFont typeface="Wingdings" panose="05000000000000000000" pitchFamily="2" charset="2"/>
              <a:buChar char="§"/>
            </a:pPr>
            <a:r>
              <a:rPr lang="en-GB" sz="2400" dirty="0">
                <a:latin typeface="+mj-lt"/>
              </a:rPr>
              <a:t>Evolutionary graph theory</a:t>
            </a:r>
          </a:p>
          <a:p>
            <a:pPr marL="800100" lvl="1" indent="-342900">
              <a:buFont typeface="Wingdings" panose="05000000000000000000" pitchFamily="2" charset="2"/>
              <a:buChar char="§"/>
            </a:pPr>
            <a:r>
              <a:rPr lang="en-GB" sz="2400" dirty="0">
                <a:latin typeface="+mj-lt"/>
              </a:rPr>
              <a:t>Voronoi tessellation</a:t>
            </a:r>
          </a:p>
          <a:p>
            <a:pPr marL="342900" indent="-342900">
              <a:buFont typeface="Arial" panose="020B0604020202020204" pitchFamily="34" charset="0"/>
              <a:buChar char="•"/>
            </a:pPr>
            <a:endParaRPr lang="en-GB" sz="2400" dirty="0">
              <a:latin typeface="+mj-lt"/>
            </a:endParaRPr>
          </a:p>
          <a:p>
            <a:pPr marL="342900" indent="-342900">
              <a:buFont typeface="Arial" panose="020B0604020202020204" pitchFamily="34" charset="0"/>
              <a:buChar char="•"/>
            </a:pPr>
            <a:endParaRPr lang="en-GB" sz="2400" dirty="0">
              <a:latin typeface="+mj-lt"/>
            </a:endParaRPr>
          </a:p>
          <a:p>
            <a:pPr marL="342900" indent="-342900">
              <a:buFont typeface="Arial" panose="020B0604020202020204" pitchFamily="34" charset="0"/>
              <a:buChar char="•"/>
            </a:pPr>
            <a:endParaRPr lang="en-GB" sz="2400" dirty="0">
              <a:latin typeface="+mj-lt"/>
            </a:endParaRPr>
          </a:p>
          <a:p>
            <a:pPr marL="342900" indent="-342900">
              <a:buFont typeface="Arial" panose="020B0604020202020204" pitchFamily="34" charset="0"/>
              <a:buChar char="•"/>
            </a:pPr>
            <a:endParaRPr lang="en-GB" sz="2400" dirty="0">
              <a:latin typeface="+mj-lt"/>
            </a:endParaRPr>
          </a:p>
        </p:txBody>
      </p:sp>
    </p:spTree>
    <p:extLst>
      <p:ext uri="{BB962C8B-B14F-4D97-AF65-F5344CB8AC3E}">
        <p14:creationId xmlns:p14="http://schemas.microsoft.com/office/powerpoint/2010/main" val="2385263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BA8015F-6D0F-1415-DA75-12246C22BBCA}"/>
                  </a:ext>
                </a:extLst>
              </p:cNvPr>
              <p:cNvSpPr txBox="1"/>
              <p:nvPr/>
            </p:nvSpPr>
            <p:spPr>
              <a:xfrm>
                <a:off x="5771061" y="1387789"/>
                <a:ext cx="6201247" cy="5984587"/>
              </a:xfrm>
              <a:prstGeom prst="rect">
                <a:avLst/>
              </a:prstGeom>
              <a:noFill/>
            </p:spPr>
            <p:txBody>
              <a:bodyPr wrap="square" rtlCol="0">
                <a:spAutoFit/>
              </a:bodyPr>
              <a:lstStyle/>
              <a:p>
                <a:pPr marL="342900" indent="-342900">
                  <a:buFont typeface="Arial" panose="020B0604020202020204" pitchFamily="34" charset="0"/>
                  <a:buChar char="•"/>
                </a:pPr>
                <a:r>
                  <a:rPr lang="en-GB" sz="2000" dirty="0">
                    <a:latin typeface="+mj-lt"/>
                  </a:rPr>
                  <a:t>Two cell types: </a:t>
                </a:r>
              </a:p>
              <a:p>
                <a:pPr lvl="1"/>
                <a:endParaRPr lang="en-GB" sz="2000" i="1" dirty="0">
                  <a:latin typeface="+mj-lt"/>
                </a:endParaRPr>
              </a:p>
              <a:p>
                <a:pPr lvl="1"/>
                <a:r>
                  <a:rPr lang="en-GB" sz="2000" dirty="0">
                    <a:latin typeface="+mj-lt"/>
                  </a:rPr>
                  <a:t>(C) :  cooperator</a:t>
                </a:r>
              </a:p>
              <a:p>
                <a:pPr lvl="1"/>
                <a:r>
                  <a:rPr lang="en-GB" sz="2000" dirty="0">
                    <a:latin typeface="+mj-lt"/>
                  </a:rPr>
                  <a:t>(D) :</a:t>
                </a:r>
                <a:r>
                  <a:rPr lang="en-GB" sz="2000" i="1" dirty="0">
                    <a:latin typeface="+mj-lt"/>
                  </a:rPr>
                  <a:t>  </a:t>
                </a:r>
                <a:r>
                  <a:rPr lang="en-GB" sz="2000" dirty="0">
                    <a:latin typeface="+mj-lt"/>
                  </a:rPr>
                  <a:t>defector</a:t>
                </a:r>
              </a:p>
              <a:p>
                <a:endParaRPr lang="en-GB" sz="2000" dirty="0">
                  <a:latin typeface="+mj-lt"/>
                </a:endParaRPr>
              </a:p>
              <a:p>
                <a:endParaRPr lang="en-GB" sz="2000" dirty="0">
                  <a:latin typeface="+mj-lt"/>
                </a:endParaRPr>
              </a:p>
              <a:p>
                <a:pPr marL="342900" indent="-342900">
                  <a:buFont typeface="Arial" panose="020B0604020202020204" pitchFamily="34" charset="0"/>
                  <a:buChar char="•"/>
                </a:pPr>
                <a:r>
                  <a:rPr lang="en-GB" sz="2000" dirty="0">
                    <a:latin typeface="+mj-lt"/>
                  </a:rPr>
                  <a:t>Payoff matrix:</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endParaRPr lang="en-GB" sz="2800" dirty="0"/>
              </a:p>
              <a:p>
                <a:pPr marL="342900" indent="-342900">
                  <a:buFont typeface="Arial" panose="020B0604020202020204" pitchFamily="34" charset="0"/>
                  <a:buChar char="•"/>
                </a:pPr>
                <a:endParaRPr lang="en-GB" sz="2800" dirty="0"/>
              </a:p>
              <a:p>
                <a:pPr lvl="1"/>
                <a14:m>
                  <m:oMath xmlns:m="http://schemas.openxmlformats.org/officeDocument/2006/math">
                    <m:r>
                      <a:rPr lang="en-GB" sz="2400" i="1">
                        <a:latin typeface="Cambria Math" panose="02040503050406030204" pitchFamily="18" charset="0"/>
                      </a:rPr>
                      <m:t>𝑏</m:t>
                    </m:r>
                  </m:oMath>
                </a14:m>
                <a:r>
                  <a:rPr lang="en-GB" sz="2000" dirty="0"/>
                  <a:t> </a:t>
                </a:r>
                <a:r>
                  <a:rPr lang="en-GB" sz="2000" dirty="0">
                    <a:latin typeface="+mj-lt"/>
                  </a:rPr>
                  <a:t>: benefit from cooperating neighbour</a:t>
                </a:r>
              </a:p>
              <a:p>
                <a:pPr lvl="1"/>
                <a14:m>
                  <m:oMath xmlns:m="http://schemas.openxmlformats.org/officeDocument/2006/math">
                    <m:r>
                      <a:rPr lang="en-GB" sz="2400" i="1">
                        <a:latin typeface="Cambria Math" panose="02040503050406030204" pitchFamily="18" charset="0"/>
                      </a:rPr>
                      <m:t>𝑐</m:t>
                    </m:r>
                  </m:oMath>
                </a14:m>
                <a:r>
                  <a:rPr lang="en-GB" sz="2000" dirty="0"/>
                  <a:t> </a:t>
                </a:r>
                <a:r>
                  <a:rPr lang="en-GB" sz="2000" dirty="0">
                    <a:latin typeface="+mj-lt"/>
                  </a:rPr>
                  <a:t>: cost for cooperating</a:t>
                </a:r>
              </a:p>
              <a:p>
                <a:pPr marL="342900" indent="-342900">
                  <a:buFont typeface="Arial" panose="020B0604020202020204" pitchFamily="34" charset="0"/>
                  <a:buChar char="•"/>
                </a:pPr>
                <a:endParaRPr lang="en-GB" sz="2000" dirty="0">
                  <a:latin typeface="+mj-lt"/>
                </a:endParaRPr>
              </a:p>
              <a:p>
                <a:pPr marL="342900" indent="-342900">
                  <a:buFont typeface="Arial" panose="020B0604020202020204" pitchFamily="34" charset="0"/>
                  <a:buChar char="•"/>
                </a:pPr>
                <a:endParaRPr lang="en-GB" sz="2000" dirty="0">
                  <a:latin typeface="+mj-lt"/>
                </a:endParaRPr>
              </a:p>
              <a:p>
                <a:pPr marL="342900" indent="-342900">
                  <a:buFont typeface="Arial" panose="020B0604020202020204" pitchFamily="34" charset="0"/>
                  <a:buChar char="•"/>
                </a:pPr>
                <a:r>
                  <a:rPr lang="en-GB" sz="2000" dirty="0">
                    <a:latin typeface="+mj-lt"/>
                  </a:rPr>
                  <a:t>Tragedy of the Commons</a:t>
                </a:r>
              </a:p>
              <a:p>
                <a:pPr marL="342900" indent="-342900">
                  <a:buFont typeface="Arial" panose="020B0604020202020204" pitchFamily="34" charset="0"/>
                  <a:buChar char="•"/>
                </a:pPr>
                <a:endParaRPr lang="en-GB" sz="2000" dirty="0">
                  <a:latin typeface="+mj-lt"/>
                </a:endParaRPr>
              </a:p>
              <a:p>
                <a:endParaRPr lang="en-GB" sz="2000" dirty="0">
                  <a:latin typeface="+mj-lt"/>
                </a:endParaRPr>
              </a:p>
              <a:p>
                <a:pPr marL="342900" indent="-342900">
                  <a:buFont typeface="Arial" panose="020B0604020202020204" pitchFamily="34" charset="0"/>
                  <a:buChar char="•"/>
                </a:pPr>
                <a:endParaRPr lang="en-GB" sz="2000" dirty="0">
                  <a:latin typeface="+mj-lt"/>
                </a:endParaRPr>
              </a:p>
            </p:txBody>
          </p:sp>
        </mc:Choice>
        <mc:Fallback xmlns="">
          <p:sp>
            <p:nvSpPr>
              <p:cNvPr id="10" name="TextBox 9">
                <a:extLst>
                  <a:ext uri="{FF2B5EF4-FFF2-40B4-BE49-F238E27FC236}">
                    <a16:creationId xmlns:a16="http://schemas.microsoft.com/office/drawing/2014/main" id="{CBA8015F-6D0F-1415-DA75-12246C22BBCA}"/>
                  </a:ext>
                </a:extLst>
              </p:cNvPr>
              <p:cNvSpPr txBox="1">
                <a:spLocks noRot="1" noChangeAspect="1" noMove="1" noResize="1" noEditPoints="1" noAdjustHandles="1" noChangeArrowheads="1" noChangeShapeType="1" noTextEdit="1"/>
              </p:cNvSpPr>
              <p:nvPr/>
            </p:nvSpPr>
            <p:spPr>
              <a:xfrm>
                <a:off x="5771061" y="1387789"/>
                <a:ext cx="6201247" cy="5984587"/>
              </a:xfrm>
              <a:prstGeom prst="rect">
                <a:avLst/>
              </a:prstGeom>
              <a:blipFill>
                <a:blip r:embed="rId2"/>
                <a:stretch>
                  <a:fillRect l="-885" t="-510"/>
                </a:stretch>
              </a:blipFill>
            </p:spPr>
            <p:txBody>
              <a:bodyPr/>
              <a:lstStyle/>
              <a:p>
                <a:r>
                  <a:rPr lang="en-GB">
                    <a:noFill/>
                  </a:rPr>
                  <a:t> </a:t>
                </a:r>
              </a:p>
            </p:txBody>
          </p:sp>
        </mc:Fallback>
      </mc:AlternateContent>
      <p:pic>
        <p:nvPicPr>
          <p:cNvPr id="15" name="Picture 14">
            <a:extLst>
              <a:ext uri="{FF2B5EF4-FFF2-40B4-BE49-F238E27FC236}">
                <a16:creationId xmlns:a16="http://schemas.microsoft.com/office/drawing/2014/main" id="{4E844AE6-948A-64D2-CC37-31FB656994A4}"/>
              </a:ext>
            </a:extLst>
          </p:cNvPr>
          <p:cNvPicPr>
            <a:picLocks noChangeAspect="1"/>
          </p:cNvPicPr>
          <p:nvPr/>
        </p:nvPicPr>
        <p:blipFill>
          <a:blip r:embed="rId3"/>
          <a:stretch>
            <a:fillRect/>
          </a:stretch>
        </p:blipFill>
        <p:spPr>
          <a:xfrm>
            <a:off x="7986128" y="3105079"/>
            <a:ext cx="2096051" cy="1355858"/>
          </a:xfrm>
          <a:prstGeom prst="rect">
            <a:avLst/>
          </a:prstGeom>
        </p:spPr>
      </p:pic>
      <p:sp>
        <p:nvSpPr>
          <p:cNvPr id="5" name="Title 4">
            <a:extLst>
              <a:ext uri="{FF2B5EF4-FFF2-40B4-BE49-F238E27FC236}">
                <a16:creationId xmlns:a16="http://schemas.microsoft.com/office/drawing/2014/main" id="{96082A46-BBEE-A05A-53F6-0FE0A112C418}"/>
              </a:ext>
            </a:extLst>
          </p:cNvPr>
          <p:cNvSpPr>
            <a:spLocks noGrp="1"/>
          </p:cNvSpPr>
          <p:nvPr>
            <p:ph type="title"/>
          </p:nvPr>
        </p:nvSpPr>
        <p:spPr/>
        <p:txBody>
          <a:bodyPr/>
          <a:lstStyle/>
          <a:p>
            <a:r>
              <a:rPr lang="en-GB" dirty="0"/>
              <a:t>The Prisoner’s Dilemma</a:t>
            </a:r>
          </a:p>
        </p:txBody>
      </p:sp>
      <p:pic>
        <p:nvPicPr>
          <p:cNvPr id="1026" name="Picture 2" descr="undefined">
            <a:extLst>
              <a:ext uri="{FF2B5EF4-FFF2-40B4-BE49-F238E27FC236}">
                <a16:creationId xmlns:a16="http://schemas.microsoft.com/office/drawing/2014/main" id="{76A1D38E-2F12-3961-A00B-FA1077F7AB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941" y="1449843"/>
            <a:ext cx="5222658" cy="456995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0164F0B-2B93-7C7B-D4FD-FA9FF3F1975B}"/>
              </a:ext>
            </a:extLst>
          </p:cNvPr>
          <p:cNvSpPr txBox="1"/>
          <p:nvPr/>
        </p:nvSpPr>
        <p:spPr>
          <a:xfrm>
            <a:off x="528302" y="6105571"/>
            <a:ext cx="4180114" cy="338554"/>
          </a:xfrm>
          <a:prstGeom prst="rect">
            <a:avLst/>
          </a:prstGeom>
          <a:noFill/>
        </p:spPr>
        <p:txBody>
          <a:bodyPr wrap="square" rtlCol="0">
            <a:spAutoFit/>
          </a:bodyPr>
          <a:lstStyle/>
          <a:p>
            <a:pPr algn="ctr"/>
            <a:r>
              <a:rPr lang="en-GB" sz="1600" dirty="0">
                <a:latin typeface="+mj-lt"/>
              </a:rPr>
              <a:t>Image from Wikipedia</a:t>
            </a:r>
          </a:p>
        </p:txBody>
      </p:sp>
      <p:sp>
        <p:nvSpPr>
          <p:cNvPr id="11" name="TextBox 10">
            <a:extLst>
              <a:ext uri="{FF2B5EF4-FFF2-40B4-BE49-F238E27FC236}">
                <a16:creationId xmlns:a16="http://schemas.microsoft.com/office/drawing/2014/main" id="{EE4A09D7-4C33-7C2A-97F8-AE45AC0BC335}"/>
              </a:ext>
            </a:extLst>
          </p:cNvPr>
          <p:cNvSpPr txBox="1"/>
          <p:nvPr/>
        </p:nvSpPr>
        <p:spPr>
          <a:xfrm>
            <a:off x="250371" y="4460937"/>
            <a:ext cx="5845629" cy="769441"/>
          </a:xfrm>
          <a:prstGeom prst="rect">
            <a:avLst/>
          </a:prstGeom>
          <a:noFill/>
        </p:spPr>
        <p:txBody>
          <a:bodyPr wrap="square" rtlCol="0">
            <a:spAutoFit/>
          </a:bodyPr>
          <a:lstStyle/>
          <a:p>
            <a:r>
              <a:rPr lang="en-GB" sz="2000" dirty="0"/>
              <a:t>      </a:t>
            </a:r>
          </a:p>
          <a:p>
            <a:endParaRPr lang="en-GB" sz="2400" dirty="0" err="1">
              <a:latin typeface="+mj-lt"/>
            </a:endParaRPr>
          </a:p>
        </p:txBody>
      </p:sp>
    </p:spTree>
    <p:extLst>
      <p:ext uri="{BB962C8B-B14F-4D97-AF65-F5344CB8AC3E}">
        <p14:creationId xmlns:p14="http://schemas.microsoft.com/office/powerpoint/2010/main" val="1988832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0ADE8C-41A0-BF2E-A78C-0114635E3587}"/>
              </a:ext>
            </a:extLst>
          </p:cNvPr>
          <p:cNvSpPr>
            <a:spLocks noGrp="1"/>
          </p:cNvSpPr>
          <p:nvPr>
            <p:ph type="title"/>
          </p:nvPr>
        </p:nvSpPr>
        <p:spPr/>
        <p:txBody>
          <a:bodyPr/>
          <a:lstStyle/>
          <a:p>
            <a:r>
              <a:rPr lang="en-GB" dirty="0"/>
              <a:t>Evolutionary Graph Theory (EGT)</a:t>
            </a:r>
          </a:p>
        </p:txBody>
      </p:sp>
      <p:sp>
        <p:nvSpPr>
          <p:cNvPr id="98" name="Oval 97">
            <a:extLst>
              <a:ext uri="{FF2B5EF4-FFF2-40B4-BE49-F238E27FC236}">
                <a16:creationId xmlns:a16="http://schemas.microsoft.com/office/drawing/2014/main" id="{DE2FE56B-CAA7-D09F-3B4C-D1D54F9F30BC}"/>
              </a:ext>
            </a:extLst>
          </p:cNvPr>
          <p:cNvSpPr>
            <a:spLocks noChangeAspect="1"/>
          </p:cNvSpPr>
          <p:nvPr/>
        </p:nvSpPr>
        <p:spPr>
          <a:xfrm>
            <a:off x="8974084" y="5815348"/>
            <a:ext cx="252000" cy="25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
        <p:nvSpPr>
          <p:cNvPr id="99" name="Rectangle 98">
            <a:extLst>
              <a:ext uri="{FF2B5EF4-FFF2-40B4-BE49-F238E27FC236}">
                <a16:creationId xmlns:a16="http://schemas.microsoft.com/office/drawing/2014/main" id="{831EE5DC-D3D6-434F-2081-5CE261EC2A73}"/>
              </a:ext>
            </a:extLst>
          </p:cNvPr>
          <p:cNvSpPr/>
          <p:nvPr/>
        </p:nvSpPr>
        <p:spPr>
          <a:xfrm>
            <a:off x="9006742" y="5233446"/>
            <a:ext cx="180000" cy="18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grpSp>
        <p:nvGrpSpPr>
          <p:cNvPr id="115" name="Group 114">
            <a:extLst>
              <a:ext uri="{FF2B5EF4-FFF2-40B4-BE49-F238E27FC236}">
                <a16:creationId xmlns:a16="http://schemas.microsoft.com/office/drawing/2014/main" id="{E4526551-AB43-C042-8263-5B5321A1A43B}"/>
              </a:ext>
            </a:extLst>
          </p:cNvPr>
          <p:cNvGrpSpPr/>
          <p:nvPr/>
        </p:nvGrpSpPr>
        <p:grpSpPr>
          <a:xfrm>
            <a:off x="8470322" y="1910903"/>
            <a:ext cx="3057707" cy="2712875"/>
            <a:chOff x="737121" y="1457896"/>
            <a:chExt cx="3057707" cy="2712875"/>
          </a:xfrm>
        </p:grpSpPr>
        <p:cxnSp>
          <p:nvCxnSpPr>
            <p:cNvPr id="94" name="Straight Connector 93">
              <a:extLst>
                <a:ext uri="{FF2B5EF4-FFF2-40B4-BE49-F238E27FC236}">
                  <a16:creationId xmlns:a16="http://schemas.microsoft.com/office/drawing/2014/main" id="{9B227487-CB25-694B-1FF8-154F7D71A410}"/>
                </a:ext>
              </a:extLst>
            </p:cNvPr>
            <p:cNvCxnSpPr>
              <a:cxnSpLocks/>
              <a:endCxn id="18" idx="2"/>
            </p:cNvCxnSpPr>
            <p:nvPr/>
          </p:nvCxnSpPr>
          <p:spPr>
            <a:xfrm flipV="1">
              <a:off x="837303" y="2356841"/>
              <a:ext cx="93810" cy="1676701"/>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A0F5F31-627E-4E2C-05F3-E2856867D273}"/>
                </a:ext>
              </a:extLst>
            </p:cNvPr>
            <p:cNvCxnSpPr>
              <a:cxnSpLocks/>
            </p:cNvCxnSpPr>
            <p:nvPr/>
          </p:nvCxnSpPr>
          <p:spPr>
            <a:xfrm>
              <a:off x="2002970" y="2820622"/>
              <a:ext cx="659441" cy="401097"/>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70B6376-8F64-7873-24A9-09264EA1ABFB}"/>
                </a:ext>
              </a:extLst>
            </p:cNvPr>
            <p:cNvCxnSpPr>
              <a:cxnSpLocks/>
              <a:stCxn id="17" idx="2"/>
              <a:endCxn id="14" idx="0"/>
            </p:cNvCxnSpPr>
            <p:nvPr/>
          </p:nvCxnSpPr>
          <p:spPr>
            <a:xfrm>
              <a:off x="2019684" y="2931171"/>
              <a:ext cx="19286" cy="650664"/>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355ED09-2C40-6540-EFF4-28FDF25F930F}"/>
                </a:ext>
              </a:extLst>
            </p:cNvPr>
            <p:cNvCxnSpPr>
              <a:cxnSpLocks/>
              <a:stCxn id="17" idx="1"/>
            </p:cNvCxnSpPr>
            <p:nvPr/>
          </p:nvCxnSpPr>
          <p:spPr>
            <a:xfrm flipH="1">
              <a:off x="1230553" y="2841171"/>
              <a:ext cx="699131" cy="90000"/>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3A10751-C45D-139E-A7AC-30E3D3D8C55E}"/>
                </a:ext>
              </a:extLst>
            </p:cNvPr>
            <p:cNvCxnSpPr>
              <a:cxnSpLocks/>
            </p:cNvCxnSpPr>
            <p:nvPr/>
          </p:nvCxnSpPr>
          <p:spPr>
            <a:xfrm flipH="1">
              <a:off x="2002970" y="2366354"/>
              <a:ext cx="211418" cy="454268"/>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FDF07DD-22FF-5C94-6468-794CF4839BA6}"/>
                </a:ext>
              </a:extLst>
            </p:cNvPr>
            <p:cNvCxnSpPr>
              <a:cxnSpLocks/>
            </p:cNvCxnSpPr>
            <p:nvPr/>
          </p:nvCxnSpPr>
          <p:spPr>
            <a:xfrm flipH="1">
              <a:off x="2642312" y="2186354"/>
              <a:ext cx="638876" cy="946588"/>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AB4BBA4-D2A5-4222-F32D-C76B9C6999C4}"/>
                </a:ext>
              </a:extLst>
            </p:cNvPr>
            <p:cNvCxnSpPr>
              <a:cxnSpLocks/>
            </p:cNvCxnSpPr>
            <p:nvPr/>
          </p:nvCxnSpPr>
          <p:spPr>
            <a:xfrm flipH="1">
              <a:off x="2705485" y="3144192"/>
              <a:ext cx="729343" cy="34436"/>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526637D-90C7-AA2A-45A0-84B382DC3AE1}"/>
                </a:ext>
              </a:extLst>
            </p:cNvPr>
            <p:cNvCxnSpPr>
              <a:cxnSpLocks/>
              <a:stCxn id="20" idx="1"/>
            </p:cNvCxnSpPr>
            <p:nvPr/>
          </p:nvCxnSpPr>
          <p:spPr>
            <a:xfrm flipH="1" flipV="1">
              <a:off x="2594333" y="3177942"/>
              <a:ext cx="1020495" cy="583893"/>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7A339BC-E823-5BA7-AA2D-71A24010186B}"/>
                </a:ext>
              </a:extLst>
            </p:cNvPr>
            <p:cNvCxnSpPr>
              <a:cxnSpLocks/>
              <a:stCxn id="20" idx="1"/>
              <a:endCxn id="108" idx="3"/>
            </p:cNvCxnSpPr>
            <p:nvPr/>
          </p:nvCxnSpPr>
          <p:spPr>
            <a:xfrm flipH="1">
              <a:off x="3083136" y="3761835"/>
              <a:ext cx="531692" cy="313045"/>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B0AA9D0-FDB6-29CA-D39E-469496DF2903}"/>
                </a:ext>
              </a:extLst>
            </p:cNvPr>
            <p:cNvCxnSpPr>
              <a:cxnSpLocks/>
            </p:cNvCxnSpPr>
            <p:nvPr/>
          </p:nvCxnSpPr>
          <p:spPr>
            <a:xfrm>
              <a:off x="2679125" y="3242268"/>
              <a:ext cx="303091" cy="798777"/>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DA60949-961D-02DD-8D65-0DACA05C7BB1}"/>
                </a:ext>
              </a:extLst>
            </p:cNvPr>
            <p:cNvCxnSpPr>
              <a:cxnSpLocks/>
              <a:stCxn id="19" idx="3"/>
            </p:cNvCxnSpPr>
            <p:nvPr/>
          </p:nvCxnSpPr>
          <p:spPr>
            <a:xfrm>
              <a:off x="1606799" y="4080771"/>
              <a:ext cx="1349057" cy="23914"/>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756D0A55-CF18-D5E6-58B7-002393A04CE8}"/>
                </a:ext>
              </a:extLst>
            </p:cNvPr>
            <p:cNvCxnSpPr>
              <a:cxnSpLocks/>
              <a:endCxn id="19" idx="1"/>
            </p:cNvCxnSpPr>
            <p:nvPr/>
          </p:nvCxnSpPr>
          <p:spPr>
            <a:xfrm>
              <a:off x="841113" y="3946994"/>
              <a:ext cx="585686" cy="133777"/>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26B4412-A8BC-59CD-0A80-71B7C39CF850}"/>
                </a:ext>
              </a:extLst>
            </p:cNvPr>
            <p:cNvCxnSpPr>
              <a:cxnSpLocks/>
              <a:endCxn id="14" idx="2"/>
            </p:cNvCxnSpPr>
            <p:nvPr/>
          </p:nvCxnSpPr>
          <p:spPr>
            <a:xfrm flipV="1">
              <a:off x="841113" y="3707835"/>
              <a:ext cx="1071857" cy="225692"/>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6B466E0-DDDE-A912-89AA-D71B3263FB6E}"/>
                </a:ext>
              </a:extLst>
            </p:cNvPr>
            <p:cNvCxnSpPr>
              <a:cxnSpLocks/>
            </p:cNvCxnSpPr>
            <p:nvPr/>
          </p:nvCxnSpPr>
          <p:spPr>
            <a:xfrm flipV="1">
              <a:off x="773663" y="3021171"/>
              <a:ext cx="426679" cy="986011"/>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A06749E-3457-3EEB-1901-17B9715321F1}"/>
                </a:ext>
              </a:extLst>
            </p:cNvPr>
            <p:cNvCxnSpPr>
              <a:cxnSpLocks/>
              <a:endCxn id="14" idx="3"/>
            </p:cNvCxnSpPr>
            <p:nvPr/>
          </p:nvCxnSpPr>
          <p:spPr>
            <a:xfrm flipV="1">
              <a:off x="1536785" y="3796930"/>
              <a:ext cx="413090" cy="261952"/>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65973053-FEAC-F7E4-B6B7-881C1F8447B1}"/>
                </a:ext>
              </a:extLst>
            </p:cNvPr>
            <p:cNvCxnSpPr>
              <a:cxnSpLocks/>
              <a:endCxn id="18" idx="2"/>
            </p:cNvCxnSpPr>
            <p:nvPr/>
          </p:nvCxnSpPr>
          <p:spPr>
            <a:xfrm flipH="1" flipV="1">
              <a:off x="931113" y="2356841"/>
              <a:ext cx="261221" cy="547627"/>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3BE8E18-747D-8F03-2EE3-755A338778DA}"/>
                </a:ext>
              </a:extLst>
            </p:cNvPr>
            <p:cNvCxnSpPr>
              <a:cxnSpLocks/>
              <a:stCxn id="18" idx="0"/>
            </p:cNvCxnSpPr>
            <p:nvPr/>
          </p:nvCxnSpPr>
          <p:spPr>
            <a:xfrm flipV="1">
              <a:off x="931113" y="1846150"/>
              <a:ext cx="385589" cy="330691"/>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1890ACFA-66F2-FE5F-64E7-07013F6DA3A3}"/>
                </a:ext>
              </a:extLst>
            </p:cNvPr>
            <p:cNvCxnSpPr>
              <a:cxnSpLocks/>
            </p:cNvCxnSpPr>
            <p:nvPr/>
          </p:nvCxnSpPr>
          <p:spPr>
            <a:xfrm flipV="1">
              <a:off x="1387323" y="1518892"/>
              <a:ext cx="1048162" cy="262144"/>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E56D048-1493-8884-D015-78682DA3F7ED}"/>
                </a:ext>
              </a:extLst>
            </p:cNvPr>
            <p:cNvCxnSpPr>
              <a:cxnSpLocks/>
            </p:cNvCxnSpPr>
            <p:nvPr/>
          </p:nvCxnSpPr>
          <p:spPr>
            <a:xfrm>
              <a:off x="1359196" y="1781036"/>
              <a:ext cx="855192" cy="458038"/>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0624833-9E9A-02B4-935A-D1C2E4E1BEF7}"/>
                </a:ext>
              </a:extLst>
            </p:cNvPr>
            <p:cNvCxnSpPr>
              <a:cxnSpLocks/>
            </p:cNvCxnSpPr>
            <p:nvPr/>
          </p:nvCxnSpPr>
          <p:spPr>
            <a:xfrm>
              <a:off x="2518504" y="1523982"/>
              <a:ext cx="762684" cy="535092"/>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5847270-FF94-3E9F-2555-6334E46EDD4E}"/>
                </a:ext>
              </a:extLst>
            </p:cNvPr>
            <p:cNvCxnSpPr>
              <a:cxnSpLocks/>
            </p:cNvCxnSpPr>
            <p:nvPr/>
          </p:nvCxnSpPr>
          <p:spPr>
            <a:xfrm flipH="1">
              <a:off x="2278028" y="1531912"/>
              <a:ext cx="260231" cy="680802"/>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49AE798-5C4E-9B1F-D5B9-94B1C50D6B90}"/>
                </a:ext>
              </a:extLst>
            </p:cNvPr>
            <p:cNvCxnSpPr>
              <a:cxnSpLocks/>
            </p:cNvCxnSpPr>
            <p:nvPr/>
          </p:nvCxnSpPr>
          <p:spPr>
            <a:xfrm flipH="1">
              <a:off x="2368028" y="2122714"/>
              <a:ext cx="886800" cy="180000"/>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A0CC60C-CD1F-20E3-DA46-5C780BD20759}"/>
                </a:ext>
              </a:extLst>
            </p:cNvPr>
            <p:cNvCxnSpPr>
              <a:cxnSpLocks/>
            </p:cNvCxnSpPr>
            <p:nvPr/>
          </p:nvCxnSpPr>
          <p:spPr>
            <a:xfrm flipV="1">
              <a:off x="2046513" y="3114988"/>
              <a:ext cx="632612" cy="534639"/>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E96F870-6DF6-94FB-3FE8-22AFA63249A2}"/>
                </a:ext>
              </a:extLst>
            </p:cNvPr>
            <p:cNvCxnSpPr>
              <a:cxnSpLocks/>
              <a:stCxn id="14" idx="5"/>
            </p:cNvCxnSpPr>
            <p:nvPr/>
          </p:nvCxnSpPr>
          <p:spPr>
            <a:xfrm>
              <a:off x="2128065" y="3796930"/>
              <a:ext cx="827791" cy="307755"/>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0A3EC438-CB9E-EEFB-D282-F2161B49AC4C}"/>
                </a:ext>
              </a:extLst>
            </p:cNvPr>
            <p:cNvCxnSpPr>
              <a:cxnSpLocks/>
            </p:cNvCxnSpPr>
            <p:nvPr/>
          </p:nvCxnSpPr>
          <p:spPr>
            <a:xfrm>
              <a:off x="3388219" y="2165784"/>
              <a:ext cx="136609" cy="888408"/>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B9A4075-6390-F95A-2AD8-3C1771D58C2F}"/>
                </a:ext>
              </a:extLst>
            </p:cNvPr>
            <p:cNvCxnSpPr>
              <a:cxnSpLocks/>
              <a:stCxn id="20" idx="0"/>
            </p:cNvCxnSpPr>
            <p:nvPr/>
          </p:nvCxnSpPr>
          <p:spPr>
            <a:xfrm flipH="1" flipV="1">
              <a:off x="3524828" y="3155442"/>
              <a:ext cx="180000" cy="516393"/>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1CFCC196-5A11-3A43-72E5-A5C2710307DF}"/>
                </a:ext>
              </a:extLst>
            </p:cNvPr>
            <p:cNvCxnSpPr>
              <a:cxnSpLocks/>
            </p:cNvCxnSpPr>
            <p:nvPr/>
          </p:nvCxnSpPr>
          <p:spPr>
            <a:xfrm>
              <a:off x="2341668" y="2366354"/>
              <a:ext cx="273817" cy="722274"/>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B946C2C-BA3D-3112-C2A5-BE4DA9B2776B}"/>
                </a:ext>
              </a:extLst>
            </p:cNvPr>
            <p:cNvCxnSpPr>
              <a:cxnSpLocks/>
              <a:endCxn id="17" idx="3"/>
            </p:cNvCxnSpPr>
            <p:nvPr/>
          </p:nvCxnSpPr>
          <p:spPr>
            <a:xfrm flipV="1">
              <a:off x="834161" y="2841171"/>
              <a:ext cx="1275523" cy="1077201"/>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BAAE86AD-790D-18F9-5119-3C106AE3FE93}"/>
                </a:ext>
              </a:extLst>
            </p:cNvPr>
            <p:cNvCxnSpPr>
              <a:cxnSpLocks/>
              <a:stCxn id="17" idx="1"/>
            </p:cNvCxnSpPr>
            <p:nvPr/>
          </p:nvCxnSpPr>
          <p:spPr>
            <a:xfrm flipH="1" flipV="1">
              <a:off x="1361653" y="1769967"/>
              <a:ext cx="568031" cy="1071204"/>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762B336F-140B-0F6B-2A79-557AEE26470E}"/>
                </a:ext>
              </a:extLst>
            </p:cNvPr>
            <p:cNvCxnSpPr>
              <a:cxnSpLocks/>
            </p:cNvCxnSpPr>
            <p:nvPr/>
          </p:nvCxnSpPr>
          <p:spPr>
            <a:xfrm flipV="1">
              <a:off x="1200342" y="1767112"/>
              <a:ext cx="152015" cy="1254059"/>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470395E3-EF4A-405D-683C-7102E8B6477F}"/>
                </a:ext>
              </a:extLst>
            </p:cNvPr>
            <p:cNvSpPr>
              <a:spLocks noChangeAspect="1"/>
            </p:cNvSpPr>
            <p:nvPr/>
          </p:nvSpPr>
          <p:spPr>
            <a:xfrm>
              <a:off x="1912970" y="3581835"/>
              <a:ext cx="252000" cy="25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
          <p:nvSpPr>
            <p:cNvPr id="18" name="Rectangle 17">
              <a:extLst>
                <a:ext uri="{FF2B5EF4-FFF2-40B4-BE49-F238E27FC236}">
                  <a16:creationId xmlns:a16="http://schemas.microsoft.com/office/drawing/2014/main" id="{60FB427B-BA81-8959-8A6D-DE43FEA55516}"/>
                </a:ext>
              </a:extLst>
            </p:cNvPr>
            <p:cNvSpPr/>
            <p:nvPr/>
          </p:nvSpPr>
          <p:spPr>
            <a:xfrm>
              <a:off x="841113" y="2176841"/>
              <a:ext cx="180000" cy="18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
          <p:nvSpPr>
            <p:cNvPr id="19" name="Rectangle 18">
              <a:extLst>
                <a:ext uri="{FF2B5EF4-FFF2-40B4-BE49-F238E27FC236}">
                  <a16:creationId xmlns:a16="http://schemas.microsoft.com/office/drawing/2014/main" id="{9EAAA527-25BA-34D2-24AD-E2294B9CE521}"/>
                </a:ext>
              </a:extLst>
            </p:cNvPr>
            <p:cNvSpPr/>
            <p:nvPr/>
          </p:nvSpPr>
          <p:spPr>
            <a:xfrm>
              <a:off x="1426799" y="3990771"/>
              <a:ext cx="180000" cy="18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
          <p:nvSpPr>
            <p:cNvPr id="20" name="Rectangle 19">
              <a:extLst>
                <a:ext uri="{FF2B5EF4-FFF2-40B4-BE49-F238E27FC236}">
                  <a16:creationId xmlns:a16="http://schemas.microsoft.com/office/drawing/2014/main" id="{7AF65C01-7CFE-7F47-F6B7-4D8CA3334C06}"/>
                </a:ext>
              </a:extLst>
            </p:cNvPr>
            <p:cNvSpPr/>
            <p:nvPr/>
          </p:nvSpPr>
          <p:spPr>
            <a:xfrm>
              <a:off x="3614828" y="3671835"/>
              <a:ext cx="180000" cy="18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
          <p:nvSpPr>
            <p:cNvPr id="17" name="Rectangle 16">
              <a:extLst>
                <a:ext uri="{FF2B5EF4-FFF2-40B4-BE49-F238E27FC236}">
                  <a16:creationId xmlns:a16="http://schemas.microsoft.com/office/drawing/2014/main" id="{39D4773F-0DA6-0830-E01F-0E84857C2AC1}"/>
                </a:ext>
              </a:extLst>
            </p:cNvPr>
            <p:cNvSpPr/>
            <p:nvPr/>
          </p:nvSpPr>
          <p:spPr>
            <a:xfrm>
              <a:off x="1929684" y="2751171"/>
              <a:ext cx="180000" cy="18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
          <p:nvSpPr>
            <p:cNvPr id="101" name="Rectangle 100">
              <a:extLst>
                <a:ext uri="{FF2B5EF4-FFF2-40B4-BE49-F238E27FC236}">
                  <a16:creationId xmlns:a16="http://schemas.microsoft.com/office/drawing/2014/main" id="{87447204-5C5E-A692-5CDC-8800A0703ECB}"/>
                </a:ext>
              </a:extLst>
            </p:cNvPr>
            <p:cNvSpPr/>
            <p:nvPr/>
          </p:nvSpPr>
          <p:spPr>
            <a:xfrm>
              <a:off x="737121" y="3852731"/>
              <a:ext cx="180000" cy="18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
          <p:nvSpPr>
            <p:cNvPr id="102" name="Rectangle 101">
              <a:extLst>
                <a:ext uri="{FF2B5EF4-FFF2-40B4-BE49-F238E27FC236}">
                  <a16:creationId xmlns:a16="http://schemas.microsoft.com/office/drawing/2014/main" id="{7758762A-5916-11FB-EDEC-F3D53FA21DED}"/>
                </a:ext>
              </a:extLst>
            </p:cNvPr>
            <p:cNvSpPr/>
            <p:nvPr/>
          </p:nvSpPr>
          <p:spPr>
            <a:xfrm>
              <a:off x="1120524" y="2854351"/>
              <a:ext cx="180000" cy="18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
          <p:nvSpPr>
            <p:cNvPr id="103" name="Rectangle 102">
              <a:extLst>
                <a:ext uri="{FF2B5EF4-FFF2-40B4-BE49-F238E27FC236}">
                  <a16:creationId xmlns:a16="http://schemas.microsoft.com/office/drawing/2014/main" id="{7285E20A-F567-9A32-4652-DF53D638F9CF}"/>
                </a:ext>
              </a:extLst>
            </p:cNvPr>
            <p:cNvSpPr/>
            <p:nvPr/>
          </p:nvSpPr>
          <p:spPr>
            <a:xfrm>
              <a:off x="1276177" y="1719658"/>
              <a:ext cx="180000" cy="18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
          <p:nvSpPr>
            <p:cNvPr id="104" name="Rectangle 103">
              <a:extLst>
                <a:ext uri="{FF2B5EF4-FFF2-40B4-BE49-F238E27FC236}">
                  <a16:creationId xmlns:a16="http://schemas.microsoft.com/office/drawing/2014/main" id="{ECDA4B75-98AE-BF3E-F3D3-4EBBD2677A06}"/>
                </a:ext>
              </a:extLst>
            </p:cNvPr>
            <p:cNvSpPr/>
            <p:nvPr/>
          </p:nvSpPr>
          <p:spPr>
            <a:xfrm>
              <a:off x="2192723" y="2196511"/>
              <a:ext cx="180000" cy="18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
          <p:nvSpPr>
            <p:cNvPr id="105" name="Rectangle 104">
              <a:extLst>
                <a:ext uri="{FF2B5EF4-FFF2-40B4-BE49-F238E27FC236}">
                  <a16:creationId xmlns:a16="http://schemas.microsoft.com/office/drawing/2014/main" id="{1A10768B-6826-BAE0-D556-C54F1177DC2E}"/>
                </a:ext>
              </a:extLst>
            </p:cNvPr>
            <p:cNvSpPr/>
            <p:nvPr/>
          </p:nvSpPr>
          <p:spPr>
            <a:xfrm>
              <a:off x="3231524" y="2022254"/>
              <a:ext cx="180000" cy="18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
          <p:nvSpPr>
            <p:cNvPr id="106" name="Rectangle 105">
              <a:extLst>
                <a:ext uri="{FF2B5EF4-FFF2-40B4-BE49-F238E27FC236}">
                  <a16:creationId xmlns:a16="http://schemas.microsoft.com/office/drawing/2014/main" id="{28FCC99C-0510-31A8-F494-50548908D24D}"/>
                </a:ext>
              </a:extLst>
            </p:cNvPr>
            <p:cNvSpPr/>
            <p:nvPr/>
          </p:nvSpPr>
          <p:spPr>
            <a:xfrm>
              <a:off x="3419897" y="3016783"/>
              <a:ext cx="180000" cy="18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
          <p:nvSpPr>
            <p:cNvPr id="107" name="Rectangle 106">
              <a:extLst>
                <a:ext uri="{FF2B5EF4-FFF2-40B4-BE49-F238E27FC236}">
                  <a16:creationId xmlns:a16="http://schemas.microsoft.com/office/drawing/2014/main" id="{1B7C1018-1EF3-1554-054E-7431AAABEAE9}"/>
                </a:ext>
              </a:extLst>
            </p:cNvPr>
            <p:cNvSpPr/>
            <p:nvPr/>
          </p:nvSpPr>
          <p:spPr>
            <a:xfrm>
              <a:off x="2544101" y="3076964"/>
              <a:ext cx="180000" cy="18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
          <p:nvSpPr>
            <p:cNvPr id="108" name="Rectangle 107">
              <a:extLst>
                <a:ext uri="{FF2B5EF4-FFF2-40B4-BE49-F238E27FC236}">
                  <a16:creationId xmlns:a16="http://schemas.microsoft.com/office/drawing/2014/main" id="{5249E044-1BE8-F35C-DF13-A3A7677C0F13}"/>
                </a:ext>
              </a:extLst>
            </p:cNvPr>
            <p:cNvSpPr/>
            <p:nvPr/>
          </p:nvSpPr>
          <p:spPr>
            <a:xfrm>
              <a:off x="2903136" y="3984880"/>
              <a:ext cx="180000" cy="18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
          <p:nvSpPr>
            <p:cNvPr id="110" name="Rectangle 109">
              <a:extLst>
                <a:ext uri="{FF2B5EF4-FFF2-40B4-BE49-F238E27FC236}">
                  <a16:creationId xmlns:a16="http://schemas.microsoft.com/office/drawing/2014/main" id="{2930719D-72C4-29F5-DB34-76328F8B6F40}"/>
                </a:ext>
              </a:extLst>
            </p:cNvPr>
            <p:cNvSpPr/>
            <p:nvPr/>
          </p:nvSpPr>
          <p:spPr>
            <a:xfrm>
              <a:off x="2421899" y="1457896"/>
              <a:ext cx="180000" cy="18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grpSp>
      <p:sp>
        <p:nvSpPr>
          <p:cNvPr id="111" name="TextBox 110">
            <a:extLst>
              <a:ext uri="{FF2B5EF4-FFF2-40B4-BE49-F238E27FC236}">
                <a16:creationId xmlns:a16="http://schemas.microsoft.com/office/drawing/2014/main" id="{4134C2FF-1718-30CF-3793-4438316DCB63}"/>
              </a:ext>
            </a:extLst>
          </p:cNvPr>
          <p:cNvSpPr txBox="1"/>
          <p:nvPr/>
        </p:nvSpPr>
        <p:spPr>
          <a:xfrm>
            <a:off x="9304994" y="5124700"/>
            <a:ext cx="1467068" cy="1015663"/>
          </a:xfrm>
          <a:prstGeom prst="rect">
            <a:avLst/>
          </a:prstGeom>
          <a:noFill/>
        </p:spPr>
        <p:txBody>
          <a:bodyPr wrap="none" rtlCol="0">
            <a:spAutoFit/>
          </a:bodyPr>
          <a:lstStyle/>
          <a:p>
            <a:r>
              <a:rPr lang="en-GB" sz="2000" dirty="0">
                <a:latin typeface="+mj-lt"/>
              </a:rPr>
              <a:t>Defector</a:t>
            </a:r>
          </a:p>
          <a:p>
            <a:endParaRPr lang="en-GB" sz="2000" dirty="0">
              <a:latin typeface="+mj-lt"/>
            </a:endParaRPr>
          </a:p>
          <a:p>
            <a:r>
              <a:rPr lang="en-GB" sz="2000" dirty="0">
                <a:latin typeface="+mj-lt"/>
              </a:rPr>
              <a:t>Cooperator</a:t>
            </a:r>
          </a:p>
        </p:txBody>
      </p:sp>
      <p:sp>
        <p:nvSpPr>
          <p:cNvPr id="114" name="TextBox 113">
            <a:extLst>
              <a:ext uri="{FF2B5EF4-FFF2-40B4-BE49-F238E27FC236}">
                <a16:creationId xmlns:a16="http://schemas.microsoft.com/office/drawing/2014/main" id="{9E598375-B4A1-177B-8994-1F5B55EEBC86}"/>
              </a:ext>
            </a:extLst>
          </p:cNvPr>
          <p:cNvSpPr txBox="1"/>
          <p:nvPr/>
        </p:nvSpPr>
        <p:spPr>
          <a:xfrm>
            <a:off x="376547" y="1726188"/>
            <a:ext cx="6909691" cy="6247864"/>
          </a:xfrm>
          <a:prstGeom prst="rect">
            <a:avLst/>
          </a:prstGeom>
          <a:noFill/>
        </p:spPr>
        <p:txBody>
          <a:bodyPr wrap="square" rtlCol="0">
            <a:spAutoFit/>
          </a:bodyPr>
          <a:lstStyle/>
          <a:p>
            <a:pPr marL="342900" indent="-342900">
              <a:buFont typeface="Arial" panose="020B0604020202020204" pitchFamily="34" charset="0"/>
              <a:buChar char="•"/>
            </a:pPr>
            <a:r>
              <a:rPr lang="en-GB" sz="2000" dirty="0">
                <a:latin typeface="+mj-lt"/>
              </a:rPr>
              <a:t>Start: all but one cell is a defector</a:t>
            </a:r>
          </a:p>
          <a:p>
            <a:pPr marL="342900" indent="-342900">
              <a:buFont typeface="Arial" panose="020B0604020202020204" pitchFamily="34" charset="0"/>
              <a:buChar char="•"/>
            </a:pPr>
            <a:endParaRPr lang="en-GB" sz="2000" dirty="0">
              <a:latin typeface="+mj-lt"/>
            </a:endParaRPr>
          </a:p>
          <a:p>
            <a:pPr marL="342900" indent="-342900">
              <a:buFont typeface="Arial" panose="020B0604020202020204" pitchFamily="34" charset="0"/>
              <a:buChar char="•"/>
            </a:pPr>
            <a:r>
              <a:rPr lang="en-GB" sz="2000" dirty="0">
                <a:latin typeface="+mj-lt"/>
              </a:rPr>
              <a:t>On each step:</a:t>
            </a:r>
          </a:p>
          <a:p>
            <a:pPr marL="342900" indent="-342900">
              <a:buFont typeface="Arial" panose="020B0604020202020204" pitchFamily="34" charset="0"/>
              <a:buChar char="•"/>
            </a:pPr>
            <a:endParaRPr lang="en-GB" sz="2000" dirty="0">
              <a:latin typeface="+mj-lt"/>
            </a:endParaRPr>
          </a:p>
          <a:p>
            <a:pPr marL="800100" lvl="1" indent="-342900">
              <a:buFont typeface="Wingdings" panose="05000000000000000000" pitchFamily="2" charset="2"/>
              <a:buChar char="§"/>
            </a:pPr>
            <a:r>
              <a:rPr lang="en-GB" sz="2000" dirty="0">
                <a:latin typeface="+mj-lt"/>
              </a:rPr>
              <a:t>Calculate cell ‘fitness’ from prisoner’s dilemma payoffs.</a:t>
            </a:r>
          </a:p>
          <a:p>
            <a:pPr marL="342900" indent="-342900">
              <a:buFont typeface="Wingdings" panose="05000000000000000000" pitchFamily="2" charset="2"/>
              <a:buChar char="§"/>
            </a:pPr>
            <a:endParaRPr lang="en-GB" sz="2000" dirty="0">
              <a:latin typeface="+mj-lt"/>
            </a:endParaRPr>
          </a:p>
          <a:p>
            <a:pPr marL="800100" lvl="1" indent="-342900">
              <a:buFont typeface="Wingdings" panose="05000000000000000000" pitchFamily="2" charset="2"/>
              <a:buChar char="§"/>
            </a:pPr>
            <a:r>
              <a:rPr lang="en-GB" sz="2000" i="1" dirty="0">
                <a:latin typeface="+mj-lt"/>
              </a:rPr>
              <a:t>Moran process</a:t>
            </a:r>
            <a:r>
              <a:rPr lang="en-GB" sz="2000" dirty="0">
                <a:latin typeface="+mj-lt"/>
              </a:rPr>
              <a:t>: one cell dies and another divides. </a:t>
            </a:r>
          </a:p>
          <a:p>
            <a:r>
              <a:rPr lang="en-GB" sz="2000" dirty="0">
                <a:latin typeface="+mj-lt"/>
              </a:rPr>
              <a:t>            The new cell occupies the site of the dead cell.</a:t>
            </a:r>
          </a:p>
          <a:p>
            <a:endParaRPr lang="en-GB" sz="2000" dirty="0">
              <a:latin typeface="+mj-lt"/>
            </a:endParaRPr>
          </a:p>
          <a:p>
            <a:pPr marL="342900" indent="-342900">
              <a:buFont typeface="Arial" panose="020B0604020202020204" pitchFamily="34" charset="0"/>
              <a:buChar char="•"/>
            </a:pPr>
            <a:r>
              <a:rPr lang="en-GB" sz="2000" dirty="0">
                <a:latin typeface="+mj-lt"/>
              </a:rPr>
              <a:t>Continue until only one type remains.</a:t>
            </a:r>
          </a:p>
          <a:p>
            <a:pPr marL="342900" indent="-342900">
              <a:buFont typeface="Arial" panose="020B0604020202020204" pitchFamily="34" charset="0"/>
              <a:buChar char="•"/>
            </a:pPr>
            <a:endParaRPr lang="en-GB" sz="2000" dirty="0">
              <a:latin typeface="+mj-lt"/>
            </a:endParaRPr>
          </a:p>
          <a:p>
            <a:pPr marL="342900" indent="-342900">
              <a:buFont typeface="Arial" panose="020B0604020202020204" pitchFamily="34" charset="0"/>
              <a:buChar char="•"/>
            </a:pPr>
            <a:r>
              <a:rPr lang="en-GB" sz="2000" b="1" i="1" dirty="0">
                <a:latin typeface="+mj-lt"/>
              </a:rPr>
              <a:t>Fixation Probability</a:t>
            </a:r>
            <a:r>
              <a:rPr lang="en-GB" sz="2000" dirty="0">
                <a:latin typeface="+mj-lt"/>
              </a:rPr>
              <a:t>: How often does the cooperator type succeed?</a:t>
            </a:r>
          </a:p>
          <a:p>
            <a:endParaRPr lang="en-GB" sz="2000" dirty="0">
              <a:latin typeface="+mj-lt"/>
            </a:endParaRPr>
          </a:p>
          <a:p>
            <a:endParaRPr lang="en-GB" sz="2000" dirty="0">
              <a:latin typeface="+mj-lt"/>
            </a:endParaRPr>
          </a:p>
          <a:p>
            <a:pPr marL="342900" indent="-342900">
              <a:buFont typeface="Arial" panose="020B0604020202020204" pitchFamily="34" charset="0"/>
              <a:buChar char="•"/>
            </a:pPr>
            <a:endParaRPr lang="en-GB" sz="2000" dirty="0">
              <a:latin typeface="+mj-lt"/>
            </a:endParaRPr>
          </a:p>
          <a:p>
            <a:pPr marL="342900" indent="-342900">
              <a:buFont typeface="Arial" panose="020B0604020202020204" pitchFamily="34" charset="0"/>
              <a:buChar char="•"/>
            </a:pPr>
            <a:endParaRPr lang="en-GB" sz="2000" dirty="0">
              <a:latin typeface="+mj-lt"/>
            </a:endParaRPr>
          </a:p>
          <a:p>
            <a:pPr marL="342900" indent="-342900">
              <a:buFont typeface="Arial" panose="020B0604020202020204" pitchFamily="34" charset="0"/>
              <a:buChar char="•"/>
            </a:pPr>
            <a:endParaRPr lang="en-GB" sz="2000" dirty="0">
              <a:latin typeface="+mj-lt"/>
            </a:endParaRPr>
          </a:p>
          <a:p>
            <a:pPr marL="342900" indent="-342900">
              <a:buFont typeface="Arial" panose="020B0604020202020204" pitchFamily="34" charset="0"/>
              <a:buChar char="•"/>
            </a:pPr>
            <a:endParaRPr lang="en-GB" sz="2000" dirty="0">
              <a:latin typeface="+mj-lt"/>
            </a:endParaRPr>
          </a:p>
        </p:txBody>
      </p:sp>
    </p:spTree>
    <p:extLst>
      <p:ext uri="{BB962C8B-B14F-4D97-AF65-F5344CB8AC3E}">
        <p14:creationId xmlns:p14="http://schemas.microsoft.com/office/powerpoint/2010/main" val="623000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820D2-13DA-7668-CE1D-F3443D06C567}"/>
              </a:ext>
            </a:extLst>
          </p:cNvPr>
          <p:cNvSpPr>
            <a:spLocks noGrp="1"/>
          </p:cNvSpPr>
          <p:nvPr>
            <p:ph type="title"/>
          </p:nvPr>
        </p:nvSpPr>
        <p:spPr/>
        <p:txBody>
          <a:bodyPr/>
          <a:lstStyle/>
          <a:p>
            <a:r>
              <a:rPr lang="en-GB" dirty="0"/>
              <a:t>The Update Rule</a:t>
            </a:r>
          </a:p>
        </p:txBody>
      </p:sp>
      <p:sp>
        <p:nvSpPr>
          <p:cNvPr id="3" name="TextBox 2">
            <a:extLst>
              <a:ext uri="{FF2B5EF4-FFF2-40B4-BE49-F238E27FC236}">
                <a16:creationId xmlns:a16="http://schemas.microsoft.com/office/drawing/2014/main" id="{E142300A-6C0C-CC5C-FF32-09B4B934BDE5}"/>
              </a:ext>
            </a:extLst>
          </p:cNvPr>
          <p:cNvSpPr txBox="1"/>
          <p:nvPr/>
        </p:nvSpPr>
        <p:spPr>
          <a:xfrm>
            <a:off x="544286" y="1578429"/>
            <a:ext cx="6999514" cy="4708981"/>
          </a:xfrm>
          <a:prstGeom prst="rect">
            <a:avLst/>
          </a:prstGeom>
          <a:noFill/>
        </p:spPr>
        <p:txBody>
          <a:bodyPr wrap="square" rtlCol="0">
            <a:spAutoFit/>
          </a:bodyPr>
          <a:lstStyle/>
          <a:p>
            <a:pPr marL="342900" indent="-342900">
              <a:buFont typeface="Arial" panose="020B0604020202020204" pitchFamily="34" charset="0"/>
              <a:buChar char="•"/>
            </a:pPr>
            <a:r>
              <a:rPr lang="en-GB" sz="2400" dirty="0">
                <a:latin typeface="+mj-lt"/>
              </a:rPr>
              <a:t>Death-birth</a:t>
            </a:r>
          </a:p>
          <a:p>
            <a:pPr marL="342900" indent="-342900">
              <a:buFont typeface="Arial" panose="020B0604020202020204" pitchFamily="34" charset="0"/>
              <a:buChar char="•"/>
            </a:pPr>
            <a:endParaRPr lang="en-GB" sz="2000" dirty="0"/>
          </a:p>
          <a:p>
            <a:pPr lvl="1"/>
            <a:r>
              <a:rPr lang="en-GB" sz="2000" dirty="0">
                <a:latin typeface="+mj-lt"/>
              </a:rPr>
              <a:t>Choose a cell to die.</a:t>
            </a:r>
          </a:p>
          <a:p>
            <a:pPr lvl="1"/>
            <a:r>
              <a:rPr lang="en-GB" sz="2000" dirty="0">
                <a:latin typeface="+mj-lt"/>
              </a:rPr>
              <a:t>One of its neighbours is chosen to reproduce.</a:t>
            </a:r>
          </a:p>
          <a:p>
            <a:endParaRPr lang="en-GB" sz="2400" dirty="0">
              <a:latin typeface="+mj-lt"/>
            </a:endParaRPr>
          </a:p>
          <a:p>
            <a:pPr marL="342900" indent="-342900">
              <a:buFont typeface="Arial" panose="020B0604020202020204" pitchFamily="34" charset="0"/>
              <a:buChar char="•"/>
            </a:pPr>
            <a:r>
              <a:rPr lang="en-GB" sz="2400" dirty="0">
                <a:latin typeface="+mj-lt"/>
              </a:rPr>
              <a:t>Birth-death</a:t>
            </a:r>
          </a:p>
          <a:p>
            <a:pPr marL="342900" indent="-342900">
              <a:buFont typeface="Arial" panose="020B0604020202020204" pitchFamily="34" charset="0"/>
              <a:buChar char="•"/>
            </a:pPr>
            <a:endParaRPr lang="en-GB" sz="2400" dirty="0">
              <a:latin typeface="+mj-lt"/>
            </a:endParaRPr>
          </a:p>
          <a:p>
            <a:pPr lvl="1"/>
            <a:r>
              <a:rPr lang="en-GB" sz="2000" dirty="0">
                <a:latin typeface="+mj-lt"/>
              </a:rPr>
              <a:t>Choose a cell to reproduce.</a:t>
            </a:r>
          </a:p>
          <a:p>
            <a:pPr lvl="1"/>
            <a:r>
              <a:rPr lang="en-GB" sz="2000" dirty="0">
                <a:latin typeface="+mj-lt"/>
              </a:rPr>
              <a:t>One of its neighbours is chosen to die.</a:t>
            </a:r>
          </a:p>
          <a:p>
            <a:pPr lvl="1"/>
            <a:endParaRPr lang="en-GB" sz="2000" dirty="0">
              <a:latin typeface="+mj-lt"/>
            </a:endParaRPr>
          </a:p>
          <a:p>
            <a:pPr lvl="1"/>
            <a:endParaRPr lang="en-GB" sz="2000" dirty="0">
              <a:latin typeface="+mj-lt"/>
            </a:endParaRPr>
          </a:p>
          <a:p>
            <a:pPr marL="342900" indent="-342900">
              <a:buFont typeface="Arial" panose="020B0604020202020204" pitchFamily="34" charset="0"/>
              <a:buChar char="•"/>
            </a:pPr>
            <a:r>
              <a:rPr lang="en-GB" sz="2000" dirty="0">
                <a:latin typeface="+mj-lt"/>
              </a:rPr>
              <a:t>Probability of reproducing is proportional to fitness.</a:t>
            </a:r>
          </a:p>
          <a:p>
            <a:pPr marL="342900" indent="-342900">
              <a:buFont typeface="Arial" panose="020B0604020202020204" pitchFamily="34" charset="0"/>
              <a:buChar char="•"/>
            </a:pPr>
            <a:r>
              <a:rPr lang="en-GB" sz="2000" dirty="0">
                <a:latin typeface="+mj-lt"/>
              </a:rPr>
              <a:t>Probability of death is uniform.</a:t>
            </a:r>
          </a:p>
          <a:p>
            <a:pPr marL="800100" lvl="1" indent="-342900">
              <a:buFont typeface="Arial" panose="020B0604020202020204" pitchFamily="34" charset="0"/>
              <a:buChar char="•"/>
            </a:pPr>
            <a:endParaRPr lang="en-GB" sz="2400" dirty="0">
              <a:latin typeface="+mj-lt"/>
            </a:endParaRPr>
          </a:p>
        </p:txBody>
      </p:sp>
      <p:pic>
        <p:nvPicPr>
          <p:cNvPr id="4100" name="Picture 4" descr="Death–birth update rule in the Voronoi tessellation model. When an update event occurs, a cell is chosen to die uniformly at random from the population (red). From the neighbourhood of the dead cell (yellow), a mother cell (blue) is then chosen with probability proportional to fitness. The mother cell divides and the dead cell is removed from the tissue. (Online version in colour.)">
            <a:extLst>
              <a:ext uri="{FF2B5EF4-FFF2-40B4-BE49-F238E27FC236}">
                <a16:creationId xmlns:a16="http://schemas.microsoft.com/office/drawing/2014/main" id="{0A838E0B-0879-5D8C-30D3-DFD5B11A24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3180"/>
          <a:stretch>
            <a:fillRect/>
          </a:stretch>
        </p:blipFill>
        <p:spPr bwMode="auto">
          <a:xfrm>
            <a:off x="8101693" y="1569473"/>
            <a:ext cx="2484121" cy="2042651"/>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4" descr="Death–birth update rule in the Voronoi tessellation model. When an update event occurs, a cell is chosen to die uniformly at random from the population (red). From the neighbourhood of the dead cell (yellow), a mother cell (blue) is then chosen with probability proportional to fitness. The mother cell divides and the dead cell is removed from the tissue. (Online version in colour.)">
            <a:extLst>
              <a:ext uri="{FF2B5EF4-FFF2-40B4-BE49-F238E27FC236}">
                <a16:creationId xmlns:a16="http://schemas.microsoft.com/office/drawing/2014/main" id="{8F5E95F5-2148-8A49-8330-8F571A2AE1D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180"/>
          <a:stretch>
            <a:fillRect/>
          </a:stretch>
        </p:blipFill>
        <p:spPr bwMode="auto">
          <a:xfrm>
            <a:off x="7989570" y="4571459"/>
            <a:ext cx="2484120" cy="2042651"/>
          </a:xfrm>
          <a:prstGeom prst="rect">
            <a:avLst/>
          </a:prstGeom>
          <a:noFill/>
          <a:extLst>
            <a:ext uri="{909E8E84-426E-40DD-AFC4-6F175D3DCCD1}">
              <a14:hiddenFill xmlns:a14="http://schemas.microsoft.com/office/drawing/2010/main">
                <a:solidFill>
                  <a:srgbClr val="FFFFFF"/>
                </a:solidFill>
              </a14:hiddenFill>
            </a:ext>
          </a:extLst>
        </p:spPr>
      </p:pic>
      <p:sp>
        <p:nvSpPr>
          <p:cNvPr id="57" name="Arrow: Down 56">
            <a:extLst>
              <a:ext uri="{FF2B5EF4-FFF2-40B4-BE49-F238E27FC236}">
                <a16:creationId xmlns:a16="http://schemas.microsoft.com/office/drawing/2014/main" id="{5A7F41A5-6BD3-B483-4159-A78F3A474DC4}"/>
              </a:ext>
            </a:extLst>
          </p:cNvPr>
          <p:cNvSpPr/>
          <p:nvPr/>
        </p:nvSpPr>
        <p:spPr>
          <a:xfrm>
            <a:off x="9208753" y="3778247"/>
            <a:ext cx="270000" cy="540000"/>
          </a:xfrm>
          <a:prstGeom prst="downArrow">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Tree>
    <p:extLst>
      <p:ext uri="{BB962C8B-B14F-4D97-AF65-F5344CB8AC3E}">
        <p14:creationId xmlns:p14="http://schemas.microsoft.com/office/powerpoint/2010/main" val="2446739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985E0-A2E8-A977-1950-461399B175D1}"/>
              </a:ext>
            </a:extLst>
          </p:cNvPr>
          <p:cNvSpPr>
            <a:spLocks noGrp="1"/>
          </p:cNvSpPr>
          <p:nvPr>
            <p:ph type="title"/>
          </p:nvPr>
        </p:nvSpPr>
        <p:spPr/>
        <p:txBody>
          <a:bodyPr/>
          <a:lstStyle/>
          <a:p>
            <a:r>
              <a:rPr lang="en-GB" dirty="0"/>
              <a:t>Death-birth Update</a:t>
            </a:r>
          </a:p>
        </p:txBody>
      </p:sp>
      <p:pic>
        <p:nvPicPr>
          <p:cNvPr id="1026" name="Picture 2" descr="Fixation probabilities for a Prisoner’s Dilemma game in the EGT model with c = 1 and δ = 0.025. Solid lines plot theoretical fixation probabilities for a single cooperator on a hexagonal lattice (HL, green) and a Delaunay triangulation (DT, blue), obtained from equation (2.5). The critical benefit-to-cost ratio, which occurs where fixation probability is equal to ρ0 = 1/N (grey, dotted line.), is (b/c)* ≈ 6.7 for the HL and DT. Simulation results are also shown for both cases and fit well with the theoretical fixation probabilities when (b/c) &gt; 4. However, as equation (2.5) was derived in the weak selection limit we only expect it to be accurate near the critical ratio. (Online version in colour.)">
            <a:extLst>
              <a:ext uri="{FF2B5EF4-FFF2-40B4-BE49-F238E27FC236}">
                <a16:creationId xmlns:a16="http://schemas.microsoft.com/office/drawing/2014/main" id="{0DDF2B15-85C1-C735-7BC4-05FA10DE18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886" y="1742104"/>
            <a:ext cx="6083709" cy="448452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7AE18B2-E05E-874A-87EF-27B69C1FECEB}"/>
                  </a:ext>
                </a:extLst>
              </p:cNvPr>
              <p:cNvSpPr txBox="1"/>
              <p:nvPr/>
            </p:nvSpPr>
            <p:spPr>
              <a:xfrm>
                <a:off x="6988629" y="1578818"/>
                <a:ext cx="4996543" cy="5440528"/>
              </a:xfrm>
              <a:prstGeom prst="rect">
                <a:avLst/>
              </a:prstGeom>
              <a:noFill/>
            </p:spPr>
            <p:txBody>
              <a:bodyPr wrap="square" rtlCol="0">
                <a:spAutoFit/>
              </a:bodyPr>
              <a:lstStyle/>
              <a:p>
                <a:pPr marL="342900" indent="-342900">
                  <a:buFont typeface="Arial" panose="020B0604020202020204" pitchFamily="34" charset="0"/>
                  <a:buChar char="•"/>
                </a:pPr>
                <a14:m>
                  <m:oMath xmlns:m="http://schemas.openxmlformats.org/officeDocument/2006/math">
                    <m:r>
                      <a:rPr lang="en-GB" sz="2000" b="0" i="1" smtClean="0">
                        <a:latin typeface="Cambria Math" panose="02040503050406030204" pitchFamily="18" charset="0"/>
                      </a:rPr>
                      <m:t>𝑁</m:t>
                    </m:r>
                    <m:r>
                      <a:rPr lang="en-GB" sz="2000" b="0" i="1" smtClean="0">
                        <a:latin typeface="Cambria Math" panose="02040503050406030204" pitchFamily="18" charset="0"/>
                      </a:rPr>
                      <m:t>=100</m:t>
                    </m:r>
                  </m:oMath>
                </a14:m>
                <a:r>
                  <a:rPr lang="en-GB" sz="2000" dirty="0">
                    <a:latin typeface="+mj-lt"/>
                  </a:rPr>
                  <a:t> </a:t>
                </a:r>
                <a:r>
                  <a:rPr lang="en-GB" dirty="0">
                    <a:latin typeface="+mj-lt"/>
                  </a:rPr>
                  <a:t>cells </a:t>
                </a:r>
                <a14:m>
                  <m:oMath xmlns:m="http://schemas.openxmlformats.org/officeDocument/2006/math">
                    <m:r>
                      <a:rPr lang="en-GB" sz="2000" b="0" i="1" smtClean="0">
                        <a:latin typeface="Cambria Math" panose="02040503050406030204" pitchFamily="18" charset="0"/>
                      </a:rPr>
                      <m:t>⇒</m:t>
                    </m:r>
                  </m:oMath>
                </a14:m>
                <a:r>
                  <a:rPr lang="en-GB" sz="2000" dirty="0">
                    <a:latin typeface="+mj-lt"/>
                  </a:rPr>
                  <a:t> </a:t>
                </a:r>
                <a14:m>
                  <m:oMath xmlns:m="http://schemas.openxmlformats.org/officeDocument/2006/math">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𝜌</m:t>
                        </m:r>
                      </m:e>
                      <m:sub>
                        <m:r>
                          <m:rPr>
                            <m:sty m:val="p"/>
                          </m:rPr>
                          <a:rPr lang="en-GB" sz="2000" b="0" i="0" dirty="0" smtClean="0">
                            <a:latin typeface="Cambria Math" panose="02040503050406030204" pitchFamily="18" charset="0"/>
                          </a:rPr>
                          <m:t>C</m:t>
                        </m:r>
                      </m:sub>
                    </m:sSub>
                  </m:oMath>
                </a14:m>
                <a:r>
                  <a:rPr lang="en-GB" dirty="0">
                    <a:latin typeface="+mj-lt"/>
                  </a:rPr>
                  <a:t> is a percentage.</a:t>
                </a:r>
              </a:p>
              <a:p>
                <a:pPr marL="342900" indent="-342900">
                  <a:buFont typeface="Arial" panose="020B0604020202020204" pitchFamily="34" charset="0"/>
                  <a:buChar char="•"/>
                </a:pPr>
                <a:r>
                  <a:rPr lang="en-GB" dirty="0">
                    <a:latin typeface="+mj-lt"/>
                  </a:rPr>
                  <a:t>100,000 simulations per choice of </a:t>
                </a:r>
                <a14:m>
                  <m:oMath xmlns:m="http://schemas.openxmlformats.org/officeDocument/2006/math">
                    <m:r>
                      <a:rPr lang="en-GB" b="0" i="1" smtClean="0">
                        <a:latin typeface="Cambria Math" panose="02040503050406030204" pitchFamily="18" charset="0"/>
                      </a:rPr>
                      <m:t>𝑏</m:t>
                    </m:r>
                  </m:oMath>
                </a14:m>
                <a:r>
                  <a:rPr lang="en-GB" dirty="0">
                    <a:latin typeface="+mj-lt"/>
                  </a:rPr>
                  <a:t>.</a:t>
                </a:r>
              </a:p>
              <a:p>
                <a:pPr marL="342900" indent="-342900">
                  <a:buFont typeface="Arial" panose="020B0604020202020204" pitchFamily="34" charset="0"/>
                  <a:buChar char="•"/>
                </a:pPr>
                <a:endParaRPr lang="en-GB" dirty="0">
                  <a:latin typeface="+mj-lt"/>
                </a:endParaRPr>
              </a:p>
              <a:p>
                <a:pPr marL="342900" indent="-342900">
                  <a:buFont typeface="Arial" panose="020B0604020202020204" pitchFamily="34" charset="0"/>
                  <a:buChar char="•"/>
                </a:pPr>
                <a:r>
                  <a:rPr lang="en-GB" dirty="0">
                    <a:latin typeface="+mj-lt"/>
                  </a:rPr>
                  <a:t>HL: Hexagonal Lattice (ordered),</a:t>
                </a:r>
              </a:p>
              <a:p>
                <a:pPr marL="342900" indent="-342900">
                  <a:buFont typeface="Arial" panose="020B0604020202020204" pitchFamily="34" charset="0"/>
                  <a:buChar char="•"/>
                </a:pPr>
                <a:r>
                  <a:rPr lang="en-GB" dirty="0">
                    <a:latin typeface="+mj-lt"/>
                  </a:rPr>
                  <a:t>DT: Delaunay Triangulation (random).</a:t>
                </a:r>
              </a:p>
              <a:p>
                <a:pPr marL="342900" indent="-342900">
                  <a:buFont typeface="Arial" panose="020B0604020202020204" pitchFamily="34" charset="0"/>
                  <a:buChar char="•"/>
                </a:pPr>
                <a:endParaRPr lang="en-GB" dirty="0">
                  <a:latin typeface="+mj-lt"/>
                </a:endParaRPr>
              </a:p>
              <a:p>
                <a:pPr marL="342900" indent="-342900">
                  <a:buFont typeface="Arial" panose="020B0604020202020204" pitchFamily="34" charset="0"/>
                  <a:buChar char="•"/>
                </a:pPr>
                <a:r>
                  <a:rPr lang="en-GB" dirty="0">
                    <a:latin typeface="+mj-lt"/>
                  </a:rPr>
                  <a:t>Points: Simulation,</a:t>
                </a:r>
              </a:p>
              <a:p>
                <a:pPr marL="342900" indent="-342900">
                  <a:buFont typeface="Arial" panose="020B0604020202020204" pitchFamily="34" charset="0"/>
                  <a:buChar char="•"/>
                </a:pPr>
                <a:r>
                  <a:rPr lang="en-GB" dirty="0">
                    <a:latin typeface="+mj-lt"/>
                  </a:rPr>
                  <a:t>Lines: Theoretical.</a:t>
                </a:r>
              </a:p>
              <a:p>
                <a:pPr marL="342900" indent="-342900">
                  <a:buFont typeface="Arial" panose="020B0604020202020204" pitchFamily="34" charset="0"/>
                  <a:buChar char="•"/>
                </a:pPr>
                <a:endParaRPr lang="en-GB" dirty="0">
                  <a:latin typeface="+mj-lt"/>
                </a:endParaRPr>
              </a:p>
              <a:p>
                <a:pPr marL="342900" indent="-342900">
                  <a:buFont typeface="Arial" panose="020B0604020202020204" pitchFamily="34" charset="0"/>
                  <a:buChar char="•"/>
                </a:pPr>
                <a:r>
                  <a:rPr lang="en-GB" dirty="0">
                    <a:latin typeface="+mj-lt"/>
                  </a:rPr>
                  <a:t>If </a:t>
                </a:r>
                <a14:m>
                  <m:oMath xmlns:m="http://schemas.openxmlformats.org/officeDocument/2006/math">
                    <m:sSub>
                      <m:sSubPr>
                        <m:ctrlPr>
                          <a:rPr lang="en-GB" sz="2000" i="1" dirty="0">
                            <a:latin typeface="Cambria Math" panose="02040503050406030204" pitchFamily="18" charset="0"/>
                          </a:rPr>
                        </m:ctrlPr>
                      </m:sSubPr>
                      <m:e>
                        <m:r>
                          <a:rPr lang="en-GB" sz="2000" i="1" dirty="0">
                            <a:latin typeface="Cambria Math" panose="02040503050406030204" pitchFamily="18" charset="0"/>
                          </a:rPr>
                          <m:t>𝜌</m:t>
                        </m:r>
                      </m:e>
                      <m:sub>
                        <m:r>
                          <m:rPr>
                            <m:sty m:val="p"/>
                          </m:rPr>
                          <a:rPr lang="en-GB" sz="2000" dirty="0">
                            <a:latin typeface="Cambria Math" panose="02040503050406030204" pitchFamily="18" charset="0"/>
                          </a:rPr>
                          <m:t>C</m:t>
                        </m:r>
                      </m:sub>
                    </m:sSub>
                    <m:r>
                      <a:rPr lang="en-GB" sz="2000" b="0" i="1" dirty="0" smtClean="0">
                        <a:latin typeface="Cambria Math" panose="02040503050406030204" pitchFamily="18" charset="0"/>
                      </a:rPr>
                      <m:t>&gt;1/</m:t>
                    </m:r>
                    <m:r>
                      <a:rPr lang="en-GB" sz="2000" b="0" i="1" dirty="0" smtClean="0">
                        <a:latin typeface="Cambria Math" panose="02040503050406030204" pitchFamily="18" charset="0"/>
                      </a:rPr>
                      <m:t>𝑁</m:t>
                    </m:r>
                  </m:oMath>
                </a14:m>
                <a:r>
                  <a:rPr lang="en-GB" dirty="0">
                    <a:latin typeface="+mj-lt"/>
                  </a:rPr>
                  <a:t>, cooperation is favoured.</a:t>
                </a:r>
              </a:p>
              <a:p>
                <a:pPr marL="342900" indent="-342900">
                  <a:buFont typeface="Arial" panose="020B0604020202020204" pitchFamily="34" charset="0"/>
                  <a:buChar char="•"/>
                </a:pPr>
                <a:endParaRPr lang="en-GB" dirty="0">
                  <a:latin typeface="+mj-lt"/>
                </a:endParaRPr>
              </a:p>
              <a:p>
                <a:pPr marL="342900" indent="-342900">
                  <a:buFont typeface="Arial" panose="020B0604020202020204" pitchFamily="34" charset="0"/>
                  <a:buChar char="•"/>
                </a:pPr>
                <a:r>
                  <a:rPr lang="en-GB" dirty="0">
                    <a:latin typeface="+mj-lt"/>
                  </a:rPr>
                  <a:t>This happens if </a:t>
                </a:r>
                <a:r>
                  <a:rPr lang="en-GB" i="1" dirty="0">
                    <a:latin typeface="+mj-lt"/>
                  </a:rPr>
                  <a:t>b/c</a:t>
                </a:r>
                <a:r>
                  <a:rPr lang="en-GB" dirty="0">
                    <a:latin typeface="+mj-lt"/>
                  </a:rPr>
                  <a:t> </a:t>
                </a:r>
                <a14:m>
                  <m:oMath xmlns:m="http://schemas.openxmlformats.org/officeDocument/2006/math">
                    <m:r>
                      <a:rPr lang="en-GB" i="1" smtClean="0">
                        <a:latin typeface="Cambria Math" panose="02040503050406030204" pitchFamily="18" charset="0"/>
                        <a:ea typeface="Cambria Math" panose="02040503050406030204" pitchFamily="18" charset="0"/>
                      </a:rPr>
                      <m:t>≳</m:t>
                    </m:r>
                  </m:oMath>
                </a14:m>
                <a:r>
                  <a:rPr lang="en-GB" dirty="0">
                    <a:latin typeface="+mj-lt"/>
                  </a:rPr>
                  <a:t> 6.7.</a:t>
                </a:r>
              </a:p>
              <a:p>
                <a:pPr marL="342900" indent="-342900">
                  <a:buFont typeface="Arial" panose="020B0604020202020204" pitchFamily="34" charset="0"/>
                  <a:buChar char="•"/>
                </a:pPr>
                <a:endParaRPr lang="en-GB" dirty="0">
                  <a:latin typeface="+mj-lt"/>
                </a:endParaRPr>
              </a:p>
              <a:p>
                <a:pPr marL="342900" indent="-342900">
                  <a:buFont typeface="Arial" panose="020B0604020202020204" pitchFamily="34" charset="0"/>
                  <a:buChar char="•"/>
                </a:pPr>
                <a:r>
                  <a:rPr lang="en-GB" dirty="0">
                    <a:latin typeface="+mj-lt"/>
                  </a:rPr>
                  <a:t>Plot uses the </a:t>
                </a:r>
                <a:r>
                  <a:rPr lang="en-GB" b="1" dirty="0">
                    <a:latin typeface="+mj-lt"/>
                  </a:rPr>
                  <a:t>death-birth</a:t>
                </a:r>
                <a:r>
                  <a:rPr lang="en-GB" dirty="0">
                    <a:latin typeface="+mj-lt"/>
                  </a:rPr>
                  <a:t> update.</a:t>
                </a:r>
              </a:p>
              <a:p>
                <a:pPr marL="342900" indent="-342900">
                  <a:buFont typeface="Arial" panose="020B0604020202020204" pitchFamily="34" charset="0"/>
                  <a:buChar char="•"/>
                </a:pPr>
                <a:endParaRPr lang="en-GB" dirty="0">
                  <a:latin typeface="+mj-lt"/>
                </a:endParaRPr>
              </a:p>
              <a:p>
                <a:pPr marL="342900" indent="-342900">
                  <a:buFont typeface="Arial" panose="020B0604020202020204" pitchFamily="34" charset="0"/>
                  <a:buChar char="•"/>
                </a:pPr>
                <a:r>
                  <a:rPr lang="en-GB" dirty="0">
                    <a:latin typeface="+mj-lt"/>
                  </a:rPr>
                  <a:t>For </a:t>
                </a:r>
                <a:r>
                  <a:rPr lang="en-GB" b="1" dirty="0">
                    <a:latin typeface="+mj-lt"/>
                  </a:rPr>
                  <a:t>birth-death</a:t>
                </a:r>
                <a:r>
                  <a:rPr lang="en-GB" dirty="0">
                    <a:latin typeface="+mj-lt"/>
                  </a:rPr>
                  <a:t>, </a:t>
                </a:r>
                <a14:m>
                  <m:oMath xmlns:m="http://schemas.openxmlformats.org/officeDocument/2006/math">
                    <m:sSub>
                      <m:sSubPr>
                        <m:ctrlPr>
                          <a:rPr lang="en-GB" sz="2000" i="1" dirty="0">
                            <a:latin typeface="Cambria Math" panose="02040503050406030204" pitchFamily="18" charset="0"/>
                          </a:rPr>
                        </m:ctrlPr>
                      </m:sSubPr>
                      <m:e>
                        <m:r>
                          <a:rPr lang="en-GB" sz="2000" i="1" dirty="0">
                            <a:latin typeface="Cambria Math" panose="02040503050406030204" pitchFamily="18" charset="0"/>
                          </a:rPr>
                          <m:t>𝜌</m:t>
                        </m:r>
                      </m:e>
                      <m:sub>
                        <m:r>
                          <m:rPr>
                            <m:sty m:val="p"/>
                          </m:rPr>
                          <a:rPr lang="en-GB" sz="2000" dirty="0">
                            <a:latin typeface="Cambria Math" panose="02040503050406030204" pitchFamily="18" charset="0"/>
                          </a:rPr>
                          <m:t>C</m:t>
                        </m:r>
                      </m:sub>
                    </m:sSub>
                    <m:r>
                      <a:rPr lang="en-GB" sz="2000" b="0" i="1" dirty="0" smtClean="0">
                        <a:latin typeface="Cambria Math" panose="02040503050406030204" pitchFamily="18" charset="0"/>
                      </a:rPr>
                      <m:t>&lt;</m:t>
                    </m:r>
                    <m:r>
                      <a:rPr lang="en-GB" sz="2000" i="1" dirty="0">
                        <a:latin typeface="Cambria Math" panose="02040503050406030204" pitchFamily="18" charset="0"/>
                      </a:rPr>
                      <m:t>1/</m:t>
                    </m:r>
                    <m:r>
                      <a:rPr lang="en-GB" sz="2000" i="1" dirty="0">
                        <a:latin typeface="Cambria Math" panose="02040503050406030204" pitchFamily="18" charset="0"/>
                      </a:rPr>
                      <m:t>𝑁</m:t>
                    </m:r>
                  </m:oMath>
                </a14:m>
                <a:r>
                  <a:rPr lang="en-GB" sz="2000" dirty="0">
                    <a:latin typeface="+mj-lt"/>
                  </a:rPr>
                  <a:t> </a:t>
                </a:r>
                <a:r>
                  <a:rPr lang="en-GB" dirty="0">
                    <a:latin typeface="+mj-lt"/>
                  </a:rPr>
                  <a:t>for all choices of </a:t>
                </a:r>
                <a:r>
                  <a:rPr lang="en-GB" i="1" dirty="0">
                    <a:latin typeface="+mj-lt"/>
                  </a:rPr>
                  <a:t>b</a:t>
                </a:r>
                <a:r>
                  <a:rPr lang="en-GB" dirty="0">
                    <a:latin typeface="+mj-lt"/>
                  </a:rPr>
                  <a:t> and </a:t>
                </a:r>
                <a:r>
                  <a:rPr lang="en-GB" i="1" dirty="0">
                    <a:latin typeface="+mj-lt"/>
                  </a:rPr>
                  <a:t>c.</a:t>
                </a:r>
                <a:endParaRPr lang="en-GB" sz="2000" i="1" dirty="0">
                  <a:latin typeface="+mj-lt"/>
                </a:endParaRPr>
              </a:p>
              <a:p>
                <a:pPr marL="342900" indent="-342900">
                  <a:buFont typeface="Arial" panose="020B0604020202020204" pitchFamily="34" charset="0"/>
                  <a:buChar char="•"/>
                </a:pPr>
                <a:endParaRPr lang="en-GB" dirty="0">
                  <a:latin typeface="+mj-lt"/>
                </a:endParaRPr>
              </a:p>
              <a:p>
                <a:pPr marL="342900" indent="-342900">
                  <a:buFont typeface="Arial" panose="020B0604020202020204" pitchFamily="34" charset="0"/>
                  <a:buChar char="•"/>
                </a:pPr>
                <a:endParaRPr lang="en-GB" dirty="0">
                  <a:latin typeface="+mj-lt"/>
                </a:endParaRPr>
              </a:p>
            </p:txBody>
          </p:sp>
        </mc:Choice>
        <mc:Fallback xmlns="">
          <p:sp>
            <p:nvSpPr>
              <p:cNvPr id="5" name="TextBox 4">
                <a:extLst>
                  <a:ext uri="{FF2B5EF4-FFF2-40B4-BE49-F238E27FC236}">
                    <a16:creationId xmlns:a16="http://schemas.microsoft.com/office/drawing/2014/main" id="{27AE18B2-E05E-874A-87EF-27B69C1FECEB}"/>
                  </a:ext>
                </a:extLst>
              </p:cNvPr>
              <p:cNvSpPr txBox="1">
                <a:spLocks noRot="1" noChangeAspect="1" noMove="1" noResize="1" noEditPoints="1" noAdjustHandles="1" noChangeArrowheads="1" noChangeShapeType="1" noTextEdit="1"/>
              </p:cNvSpPr>
              <p:nvPr/>
            </p:nvSpPr>
            <p:spPr>
              <a:xfrm>
                <a:off x="6988629" y="1578818"/>
                <a:ext cx="4996543" cy="5440528"/>
              </a:xfrm>
              <a:prstGeom prst="rect">
                <a:avLst/>
              </a:prstGeom>
              <a:blipFill>
                <a:blip r:embed="rId3"/>
                <a:stretch>
                  <a:fillRect l="-1098" t="-224"/>
                </a:stretch>
              </a:blipFill>
            </p:spPr>
            <p:txBody>
              <a:bodyPr/>
              <a:lstStyle/>
              <a:p>
                <a:r>
                  <a:rPr lang="en-GB">
                    <a:noFill/>
                  </a:rPr>
                  <a:t> </a:t>
                </a:r>
              </a:p>
            </p:txBody>
          </p:sp>
        </mc:Fallback>
      </mc:AlternateContent>
    </p:spTree>
    <p:extLst>
      <p:ext uri="{BB962C8B-B14F-4D97-AF65-F5344CB8AC3E}">
        <p14:creationId xmlns:p14="http://schemas.microsoft.com/office/powerpoint/2010/main" val="3339122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C00C3-943B-D0FF-E6FF-D9ECFD1ECA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BB1AB-58D5-693A-7C42-F110422AF54D}"/>
              </a:ext>
            </a:extLst>
          </p:cNvPr>
          <p:cNvSpPr>
            <a:spLocks noGrp="1"/>
          </p:cNvSpPr>
          <p:nvPr>
            <p:ph type="title"/>
          </p:nvPr>
        </p:nvSpPr>
        <p:spPr/>
        <p:txBody>
          <a:bodyPr/>
          <a:lstStyle/>
          <a:p>
            <a:r>
              <a:rPr lang="en-GB" dirty="0"/>
              <a:t>Voronoi Tesselation Model (VT)</a:t>
            </a:r>
          </a:p>
        </p:txBody>
      </p:sp>
      <p:pic>
        <p:nvPicPr>
          <p:cNvPr id="2050" name="Picture 2" descr="Voronoi tessellation (VT, black) and Delaunay triangulation (DT, red) of a set of points representing cell-centres. The VT divides the plane into polygons such that every point in a polygon is closer to its corresponding cell-centre than any other. The DT partitions the plane into triangles and is the dual graph to the VT. Spring forces act along the lines of the DT. (Online version in colour.)">
            <a:extLst>
              <a:ext uri="{FF2B5EF4-FFF2-40B4-BE49-F238E27FC236}">
                <a16:creationId xmlns:a16="http://schemas.microsoft.com/office/drawing/2014/main" id="{4EDB7EBB-7013-AFC6-0E8F-3768C77158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9685" y="1746814"/>
            <a:ext cx="3983729" cy="301106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495A3C8-C885-61CE-7EC3-882147E0163D}"/>
                  </a:ext>
                </a:extLst>
              </p:cNvPr>
              <p:cNvSpPr txBox="1"/>
              <p:nvPr/>
            </p:nvSpPr>
            <p:spPr>
              <a:xfrm>
                <a:off x="277585" y="1507332"/>
                <a:ext cx="6477000" cy="2554545"/>
              </a:xfrm>
              <a:prstGeom prst="rect">
                <a:avLst/>
              </a:prstGeom>
              <a:noFill/>
            </p:spPr>
            <p:txBody>
              <a:bodyPr wrap="square" rtlCol="0">
                <a:spAutoFit/>
              </a:bodyPr>
              <a:lstStyle/>
              <a:p>
                <a:pPr marL="342900" indent="-342900">
                  <a:buFont typeface="Arial" panose="020B0604020202020204" pitchFamily="34" charset="0"/>
                  <a:buChar char="•"/>
                </a:pPr>
                <a:r>
                  <a:rPr lang="en-GB" sz="2000" dirty="0">
                    <a:latin typeface="+mj-lt"/>
                  </a:rPr>
                  <a:t>Spring like forces between cell centres</a:t>
                </a:r>
              </a:p>
              <a:p>
                <a:r>
                  <a:rPr lang="en-GB" sz="2000" dirty="0">
                    <a:latin typeface="+mj-lt"/>
                  </a:rPr>
                  <a:t>     </a:t>
                </a:r>
                <a:r>
                  <a:rPr lang="en-GB" sz="2000" i="1" dirty="0">
                    <a:latin typeface="+mj-lt"/>
                  </a:rPr>
                  <a:t>i.e.</a:t>
                </a:r>
                <a:r>
                  <a:rPr lang="en-GB" sz="2000" dirty="0">
                    <a:latin typeface="+mj-lt"/>
                  </a:rPr>
                  <a:t> cells can move!</a:t>
                </a:r>
              </a:p>
              <a:p>
                <a:endParaRPr lang="en-GB" sz="2000" dirty="0">
                  <a:latin typeface="+mj-lt"/>
                </a:endParaRPr>
              </a:p>
              <a:p>
                <a:pPr marL="342900" indent="-342900">
                  <a:buFont typeface="Arial" panose="020B0604020202020204" pitchFamily="34" charset="0"/>
                  <a:buChar char="•"/>
                </a:pPr>
                <a:r>
                  <a:rPr lang="en-GB" sz="2000" dirty="0">
                    <a:latin typeface="+mj-lt"/>
                  </a:rPr>
                  <a:t>Delaunay triangulation </a:t>
                </a:r>
                <a14:m>
                  <m:oMath xmlns:m="http://schemas.openxmlformats.org/officeDocument/2006/math">
                    <m:r>
                      <a:rPr lang="en-GB" sz="2000" b="0" i="1" smtClean="0">
                        <a:latin typeface="Cambria Math" panose="02040503050406030204" pitchFamily="18" charset="0"/>
                      </a:rPr>
                      <m:t>⇒ </m:t>
                    </m:r>
                  </m:oMath>
                </a14:m>
                <a:r>
                  <a:rPr lang="en-GB" sz="2000" dirty="0">
                    <a:latin typeface="+mj-lt"/>
                  </a:rPr>
                  <a:t>neighbours </a:t>
                </a:r>
                <a14:m>
                  <m:oMath xmlns:m="http://schemas.openxmlformats.org/officeDocument/2006/math">
                    <m:r>
                      <a:rPr lang="en-GB" sz="2000" b="0" i="1" smtClean="0">
                        <a:latin typeface="Cambria Math" panose="02040503050406030204" pitchFamily="18" charset="0"/>
                      </a:rPr>
                      <m:t>⇒</m:t>
                    </m:r>
                  </m:oMath>
                </a14:m>
                <a:r>
                  <a:rPr lang="en-GB" sz="2000" dirty="0">
                    <a:latin typeface="+mj-lt"/>
                  </a:rPr>
                  <a:t> fitness.</a:t>
                </a:r>
              </a:p>
              <a:p>
                <a:endParaRPr lang="en-GB" sz="2000" dirty="0">
                  <a:latin typeface="+mj-lt"/>
                </a:endParaRPr>
              </a:p>
              <a:p>
                <a:pPr marL="342900" indent="-342900">
                  <a:buFont typeface="Arial" panose="020B0604020202020204" pitchFamily="34" charset="0"/>
                  <a:buChar char="•"/>
                </a:pPr>
                <a:r>
                  <a:rPr lang="en-GB" sz="2000" dirty="0">
                    <a:latin typeface="+mj-lt"/>
                  </a:rPr>
                  <a:t>Birth and death again simultaneous…</a:t>
                </a:r>
              </a:p>
              <a:p>
                <a:pPr marL="342900" indent="-342900">
                  <a:buFont typeface="Arial" panose="020B0604020202020204" pitchFamily="34" charset="0"/>
                  <a:buChar char="•"/>
                </a:pPr>
                <a:endParaRPr lang="en-GB" sz="2000" dirty="0">
                  <a:latin typeface="+mj-lt"/>
                </a:endParaRPr>
              </a:p>
              <a:p>
                <a:pPr marL="342900" indent="-342900">
                  <a:buFont typeface="Arial" panose="020B0604020202020204" pitchFamily="34" charset="0"/>
                  <a:buChar char="•"/>
                </a:pPr>
                <a:r>
                  <a:rPr lang="en-GB" sz="2000" dirty="0">
                    <a:latin typeface="+mj-lt"/>
                  </a:rPr>
                  <a:t>But now can happen in different places!</a:t>
                </a:r>
              </a:p>
            </p:txBody>
          </p:sp>
        </mc:Choice>
        <mc:Fallback xmlns="">
          <p:sp>
            <p:nvSpPr>
              <p:cNvPr id="3" name="TextBox 2">
                <a:extLst>
                  <a:ext uri="{FF2B5EF4-FFF2-40B4-BE49-F238E27FC236}">
                    <a16:creationId xmlns:a16="http://schemas.microsoft.com/office/drawing/2014/main" id="{0495A3C8-C885-61CE-7EC3-882147E0163D}"/>
                  </a:ext>
                </a:extLst>
              </p:cNvPr>
              <p:cNvSpPr txBox="1">
                <a:spLocks noRot="1" noChangeAspect="1" noMove="1" noResize="1" noEditPoints="1" noAdjustHandles="1" noChangeArrowheads="1" noChangeShapeType="1" noTextEdit="1"/>
              </p:cNvSpPr>
              <p:nvPr/>
            </p:nvSpPr>
            <p:spPr>
              <a:xfrm>
                <a:off x="277585" y="1507332"/>
                <a:ext cx="6477000" cy="2554545"/>
              </a:xfrm>
              <a:prstGeom prst="rect">
                <a:avLst/>
              </a:prstGeom>
              <a:blipFill>
                <a:blip r:embed="rId3"/>
                <a:stretch>
                  <a:fillRect l="-847" t="-955" b="-3580"/>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DF9DFF24-DA09-68E6-685C-7E4D883762F6}"/>
              </a:ext>
            </a:extLst>
          </p:cNvPr>
          <p:cNvSpPr txBox="1"/>
          <p:nvPr/>
        </p:nvSpPr>
        <p:spPr>
          <a:xfrm>
            <a:off x="7549685" y="4880266"/>
            <a:ext cx="4865915" cy="923330"/>
          </a:xfrm>
          <a:prstGeom prst="rect">
            <a:avLst/>
          </a:prstGeom>
          <a:noFill/>
        </p:spPr>
        <p:txBody>
          <a:bodyPr wrap="square" rtlCol="0">
            <a:spAutoFit/>
          </a:bodyPr>
          <a:lstStyle/>
          <a:p>
            <a:r>
              <a:rPr lang="en-GB" dirty="0">
                <a:latin typeface="+mj-lt"/>
              </a:rPr>
              <a:t>Black points        : cell centres</a:t>
            </a:r>
          </a:p>
          <a:p>
            <a:r>
              <a:rPr lang="en-GB" dirty="0">
                <a:latin typeface="+mj-lt"/>
              </a:rPr>
              <a:t>Thick black lines : Voronoi cells</a:t>
            </a:r>
          </a:p>
          <a:p>
            <a:r>
              <a:rPr lang="en-GB" dirty="0">
                <a:latin typeface="+mj-lt"/>
              </a:rPr>
              <a:t>Thin red lines      : Delaunay triangulation</a:t>
            </a:r>
          </a:p>
        </p:txBody>
      </p:sp>
      <p:pic>
        <p:nvPicPr>
          <p:cNvPr id="2052" name="Picture 4">
            <a:extLst>
              <a:ext uri="{FF2B5EF4-FFF2-40B4-BE49-F238E27FC236}">
                <a16:creationId xmlns:a16="http://schemas.microsoft.com/office/drawing/2014/main" id="{AE198B74-94AC-DDD9-0CF9-A80C026DDF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114" y="4474853"/>
            <a:ext cx="5344886" cy="2097360"/>
          </a:xfrm>
          <a:prstGeom prst="rect">
            <a:avLst/>
          </a:prstGeom>
          <a:noFill/>
          <a:extLst>
            <a:ext uri="{909E8E84-426E-40DD-AFC4-6F175D3DCCD1}">
              <a14:hiddenFill xmlns:a14="http://schemas.microsoft.com/office/drawing/2010/main">
                <a:solidFill>
                  <a:srgbClr val="FFFFFF"/>
                </a:solidFill>
              </a14:hiddenFill>
            </a:ext>
          </a:extLst>
        </p:spPr>
      </p:pic>
      <p:sp>
        <p:nvSpPr>
          <p:cNvPr id="5" name="Arrow: Right 4">
            <a:extLst>
              <a:ext uri="{FF2B5EF4-FFF2-40B4-BE49-F238E27FC236}">
                <a16:creationId xmlns:a16="http://schemas.microsoft.com/office/drawing/2014/main" id="{59F1A115-71EC-B21D-79E5-B50C5D421EB5}"/>
              </a:ext>
            </a:extLst>
          </p:cNvPr>
          <p:cNvSpPr/>
          <p:nvPr/>
        </p:nvSpPr>
        <p:spPr>
          <a:xfrm>
            <a:off x="3186215" y="5396454"/>
            <a:ext cx="540000" cy="270000"/>
          </a:xfrm>
          <a:prstGeom prst="rightArrow">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Tree>
    <p:extLst>
      <p:ext uri="{BB962C8B-B14F-4D97-AF65-F5344CB8AC3E}">
        <p14:creationId xmlns:p14="http://schemas.microsoft.com/office/powerpoint/2010/main" val="3523266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2AB89-41E4-83AC-AE71-ECB88A3E2221}"/>
              </a:ext>
            </a:extLst>
          </p:cNvPr>
          <p:cNvSpPr>
            <a:spLocks noGrp="1"/>
          </p:cNvSpPr>
          <p:nvPr>
            <p:ph type="title"/>
          </p:nvPr>
        </p:nvSpPr>
        <p:spPr/>
        <p:txBody>
          <a:bodyPr/>
          <a:lstStyle/>
          <a:p>
            <a:r>
              <a:rPr lang="en-GB" dirty="0"/>
              <a:t>Model Comparison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06006A6-7DB9-8B65-1A57-BFB01A71D8D7}"/>
                  </a:ext>
                </a:extLst>
              </p:cNvPr>
              <p:cNvSpPr txBox="1"/>
              <p:nvPr/>
            </p:nvSpPr>
            <p:spPr>
              <a:xfrm>
                <a:off x="6596742" y="1385347"/>
                <a:ext cx="5595258" cy="5132752"/>
              </a:xfrm>
              <a:prstGeom prst="rect">
                <a:avLst/>
              </a:prstGeom>
              <a:noFill/>
            </p:spPr>
            <p:txBody>
              <a:bodyPr wrap="square" rtlCol="0">
                <a:spAutoFit/>
              </a:bodyPr>
              <a:lstStyle/>
              <a:p>
                <a:pPr marL="342900" indent="-342900">
                  <a:buFont typeface="Arial" panose="020B0604020202020204" pitchFamily="34" charset="0"/>
                  <a:buChar char="•"/>
                </a:pPr>
                <a14:m>
                  <m:oMath xmlns:m="http://schemas.openxmlformats.org/officeDocument/2006/math">
                    <m:r>
                      <a:rPr lang="en-GB" sz="2000" b="0" i="1" smtClean="0">
                        <a:latin typeface="Cambria Math" panose="02040503050406030204" pitchFamily="18" charset="0"/>
                      </a:rPr>
                      <m:t>𝑁</m:t>
                    </m:r>
                    <m:r>
                      <a:rPr lang="en-GB" sz="2000" b="0" i="1" smtClean="0">
                        <a:latin typeface="Cambria Math" panose="02040503050406030204" pitchFamily="18" charset="0"/>
                      </a:rPr>
                      <m:t>=100</m:t>
                    </m:r>
                  </m:oMath>
                </a14:m>
                <a:r>
                  <a:rPr lang="en-GB" sz="2000" dirty="0">
                    <a:latin typeface="+mj-lt"/>
                  </a:rPr>
                  <a:t> </a:t>
                </a:r>
                <a:r>
                  <a:rPr lang="en-GB" dirty="0">
                    <a:latin typeface="+mj-lt"/>
                  </a:rPr>
                  <a:t>cells </a:t>
                </a:r>
                <a14:m>
                  <m:oMath xmlns:m="http://schemas.openxmlformats.org/officeDocument/2006/math">
                    <m:r>
                      <a:rPr lang="en-GB" sz="2000" b="0" i="1" smtClean="0">
                        <a:latin typeface="Cambria Math" panose="02040503050406030204" pitchFamily="18" charset="0"/>
                      </a:rPr>
                      <m:t>⇒</m:t>
                    </m:r>
                  </m:oMath>
                </a14:m>
                <a:r>
                  <a:rPr lang="en-GB" sz="2000" dirty="0">
                    <a:latin typeface="+mj-lt"/>
                  </a:rPr>
                  <a:t> </a:t>
                </a:r>
                <a14:m>
                  <m:oMath xmlns:m="http://schemas.openxmlformats.org/officeDocument/2006/math">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𝜌</m:t>
                        </m:r>
                      </m:e>
                      <m:sub>
                        <m:r>
                          <m:rPr>
                            <m:sty m:val="p"/>
                          </m:rPr>
                          <a:rPr lang="en-GB" sz="2000" b="0" i="0" dirty="0" smtClean="0">
                            <a:latin typeface="Cambria Math" panose="02040503050406030204" pitchFamily="18" charset="0"/>
                          </a:rPr>
                          <m:t>C</m:t>
                        </m:r>
                      </m:sub>
                    </m:sSub>
                  </m:oMath>
                </a14:m>
                <a:r>
                  <a:rPr lang="en-GB" dirty="0">
                    <a:latin typeface="+mj-lt"/>
                  </a:rPr>
                  <a:t> is a percentage.</a:t>
                </a:r>
              </a:p>
              <a:p>
                <a:pPr marL="285750" indent="-285750">
                  <a:buFont typeface="Arial" panose="020B0604020202020204" pitchFamily="34" charset="0"/>
                  <a:buChar char="•"/>
                </a:pPr>
                <a:r>
                  <a:rPr lang="en-GB" dirty="0">
                    <a:latin typeface="+mj-lt"/>
                  </a:rPr>
                  <a:t>100,000 simulations per choice of </a:t>
                </a:r>
                <a14:m>
                  <m:oMath xmlns:m="http://schemas.openxmlformats.org/officeDocument/2006/math">
                    <m:r>
                      <a:rPr lang="en-GB" b="0" i="1" smtClean="0">
                        <a:latin typeface="Cambria Math" panose="02040503050406030204" pitchFamily="18" charset="0"/>
                      </a:rPr>
                      <m:t>𝑏</m:t>
                    </m:r>
                  </m:oMath>
                </a14:m>
                <a:r>
                  <a:rPr lang="en-GB" dirty="0">
                    <a:latin typeface="+mj-lt"/>
                  </a:rPr>
                  <a:t>.</a:t>
                </a:r>
              </a:p>
              <a:p>
                <a:endParaRPr lang="en-GB" dirty="0">
                  <a:latin typeface="+mj-lt"/>
                </a:endParaRPr>
              </a:p>
              <a:p>
                <a:pPr marL="285750" indent="-285750">
                  <a:buFont typeface="Arial" panose="020B0604020202020204" pitchFamily="34" charset="0"/>
                  <a:buChar char="•"/>
                </a:pPr>
                <a:r>
                  <a:rPr lang="en-GB" dirty="0">
                    <a:latin typeface="+mj-lt"/>
                  </a:rPr>
                  <a:t>Points: Simulation,</a:t>
                </a:r>
              </a:p>
              <a:p>
                <a:pPr marL="285750" indent="-285750">
                  <a:buFont typeface="Arial" panose="020B0604020202020204" pitchFamily="34" charset="0"/>
                  <a:buChar char="•"/>
                </a:pPr>
                <a:r>
                  <a:rPr lang="en-GB" dirty="0">
                    <a:latin typeface="+mj-lt"/>
                  </a:rPr>
                  <a:t>Solid Lines: Theoretical,</a:t>
                </a:r>
              </a:p>
              <a:p>
                <a:pPr marL="285750" indent="-285750">
                  <a:buFont typeface="Arial" panose="020B0604020202020204" pitchFamily="34" charset="0"/>
                  <a:buChar char="•"/>
                </a:pPr>
                <a:r>
                  <a:rPr lang="en-GB" dirty="0">
                    <a:latin typeface="+mj-lt"/>
                  </a:rPr>
                  <a:t>Dashed Line: Best fit.</a:t>
                </a:r>
              </a:p>
              <a:p>
                <a:pPr marL="342900" indent="-342900">
                  <a:buFont typeface="Arial" panose="020B0604020202020204" pitchFamily="34" charset="0"/>
                  <a:buChar char="•"/>
                </a:pPr>
                <a:endParaRPr lang="en-GB" dirty="0">
                  <a:latin typeface="+mj-lt"/>
                </a:endParaRPr>
              </a:p>
              <a:p>
                <a:pPr marL="285750" indent="-285750">
                  <a:buFont typeface="Arial" panose="020B0604020202020204" pitchFamily="34" charset="0"/>
                  <a:buChar char="•"/>
                </a:pPr>
                <a:r>
                  <a:rPr lang="en-GB" dirty="0">
                    <a:latin typeface="+mj-lt"/>
                  </a:rPr>
                  <a:t>If </a:t>
                </a:r>
                <a14:m>
                  <m:oMath xmlns:m="http://schemas.openxmlformats.org/officeDocument/2006/math">
                    <m:sSub>
                      <m:sSubPr>
                        <m:ctrlPr>
                          <a:rPr lang="en-GB" sz="2000" i="1" dirty="0">
                            <a:latin typeface="Cambria Math" panose="02040503050406030204" pitchFamily="18" charset="0"/>
                          </a:rPr>
                        </m:ctrlPr>
                      </m:sSubPr>
                      <m:e>
                        <m:r>
                          <a:rPr lang="en-GB" sz="2000" i="1" dirty="0">
                            <a:latin typeface="Cambria Math" panose="02040503050406030204" pitchFamily="18" charset="0"/>
                          </a:rPr>
                          <m:t>𝜌</m:t>
                        </m:r>
                      </m:e>
                      <m:sub>
                        <m:r>
                          <m:rPr>
                            <m:sty m:val="p"/>
                          </m:rPr>
                          <a:rPr lang="en-GB" sz="2000" dirty="0">
                            <a:latin typeface="Cambria Math" panose="02040503050406030204" pitchFamily="18" charset="0"/>
                          </a:rPr>
                          <m:t>C</m:t>
                        </m:r>
                      </m:sub>
                    </m:sSub>
                    <m:r>
                      <a:rPr lang="en-GB" sz="2000" b="0" i="1" dirty="0" smtClean="0">
                        <a:latin typeface="Cambria Math" panose="02040503050406030204" pitchFamily="18" charset="0"/>
                      </a:rPr>
                      <m:t>&gt;1/</m:t>
                    </m:r>
                    <m:r>
                      <a:rPr lang="en-GB" sz="2000" b="0" i="1" dirty="0" smtClean="0">
                        <a:latin typeface="Cambria Math" panose="02040503050406030204" pitchFamily="18" charset="0"/>
                      </a:rPr>
                      <m:t>𝑁</m:t>
                    </m:r>
                  </m:oMath>
                </a14:m>
                <a:r>
                  <a:rPr lang="en-GB" dirty="0">
                    <a:latin typeface="+mj-lt"/>
                  </a:rPr>
                  <a:t>, cooperation is favoured.</a:t>
                </a:r>
              </a:p>
              <a:p>
                <a:pPr marL="342900" indent="-342900">
                  <a:buFont typeface="Arial" panose="020B0604020202020204" pitchFamily="34" charset="0"/>
                  <a:buChar char="•"/>
                </a:pPr>
                <a:endParaRPr lang="en-GB" dirty="0">
                  <a:latin typeface="+mj-lt"/>
                </a:endParaRPr>
              </a:p>
              <a:p>
                <a:pPr marL="285750" indent="-285750">
                  <a:buFont typeface="Arial" panose="020B0604020202020204" pitchFamily="34" charset="0"/>
                  <a:buChar char="•"/>
                </a:pPr>
                <a:r>
                  <a:rPr lang="en-GB" dirty="0">
                    <a:latin typeface="+mj-lt"/>
                  </a:rPr>
                  <a:t>This happens if </a:t>
                </a:r>
                <a:r>
                  <a:rPr lang="en-GB" i="1" dirty="0">
                    <a:latin typeface="+mj-lt"/>
                  </a:rPr>
                  <a:t>b/c</a:t>
                </a:r>
                <a:r>
                  <a:rPr lang="en-GB" dirty="0">
                    <a:latin typeface="+mj-lt"/>
                  </a:rPr>
                  <a:t> </a:t>
                </a:r>
                <a14:m>
                  <m:oMath xmlns:m="http://schemas.openxmlformats.org/officeDocument/2006/math">
                    <m:r>
                      <a:rPr lang="en-GB" i="1" smtClean="0">
                        <a:latin typeface="Cambria Math" panose="02040503050406030204" pitchFamily="18" charset="0"/>
                        <a:ea typeface="Cambria Math" panose="02040503050406030204" pitchFamily="18" charset="0"/>
                      </a:rPr>
                      <m:t>≳</m:t>
                    </m:r>
                  </m:oMath>
                </a14:m>
                <a:r>
                  <a:rPr lang="en-GB" dirty="0">
                    <a:latin typeface="+mj-lt"/>
                  </a:rPr>
                  <a:t> 2.8 (VT decoupled).</a:t>
                </a:r>
              </a:p>
              <a:p>
                <a:pPr marL="342900" indent="-342900">
                  <a:buFont typeface="Arial" panose="020B0604020202020204" pitchFamily="34" charset="0"/>
                  <a:buChar char="•"/>
                </a:pPr>
                <a:endParaRPr lang="en-GB" dirty="0">
                  <a:latin typeface="+mj-lt"/>
                </a:endParaRPr>
              </a:p>
              <a:p>
                <a:pPr marL="285750" indent="-285750">
                  <a:buFont typeface="Arial" panose="020B0604020202020204" pitchFamily="34" charset="0"/>
                  <a:buChar char="•"/>
                </a:pPr>
                <a:r>
                  <a:rPr lang="en-GB" dirty="0">
                    <a:latin typeface="+mj-lt"/>
                  </a:rPr>
                  <a:t>Much smaller than the 6.7 of the EGT model (HL).</a:t>
                </a:r>
              </a:p>
              <a:p>
                <a:pPr marL="285750" indent="-285750">
                  <a:buFont typeface="Arial" panose="020B0604020202020204" pitchFamily="34" charset="0"/>
                  <a:buChar char="•"/>
                </a:pPr>
                <a:endParaRPr lang="en-GB" dirty="0">
                  <a:latin typeface="+mj-lt"/>
                </a:endParaRPr>
              </a:p>
              <a:p>
                <a:pPr marL="285750" indent="-285750">
                  <a:buFont typeface="Arial" panose="020B0604020202020204" pitchFamily="34" charset="0"/>
                  <a:buChar char="•"/>
                </a:pPr>
                <a:endParaRPr lang="en-GB" dirty="0">
                  <a:latin typeface="+mj-lt"/>
                </a:endParaRPr>
              </a:p>
              <a:p>
                <a:pPr marL="285750" indent="-285750">
                  <a:buFont typeface="Arial" panose="020B0604020202020204" pitchFamily="34" charset="0"/>
                  <a:buChar char="•"/>
                </a:pPr>
                <a:r>
                  <a:rPr lang="en-GB" dirty="0">
                    <a:latin typeface="+mj-lt"/>
                  </a:rPr>
                  <a:t>Cooperation is favoured in the Voronoi model…</a:t>
                </a:r>
              </a:p>
              <a:p>
                <a:pPr marL="285750" indent="-285750">
                  <a:buFont typeface="Arial" panose="020B0604020202020204" pitchFamily="34" charset="0"/>
                  <a:buChar char="•"/>
                </a:pPr>
                <a:endParaRPr lang="en-GB" dirty="0">
                  <a:latin typeface="+mj-lt"/>
                </a:endParaRPr>
              </a:p>
              <a:p>
                <a:pPr marL="285750" indent="-285750">
                  <a:buFont typeface="Arial" panose="020B0604020202020204" pitchFamily="34" charset="0"/>
                  <a:buChar char="•"/>
                </a:pPr>
                <a:r>
                  <a:rPr lang="en-GB" dirty="0">
                    <a:latin typeface="+mj-lt"/>
                  </a:rPr>
                  <a:t>But not when the death-birth rule is introduced!</a:t>
                </a:r>
              </a:p>
              <a:p>
                <a:pPr marL="342900" indent="-342900">
                  <a:buFont typeface="Arial" panose="020B0604020202020204" pitchFamily="34" charset="0"/>
                  <a:buChar char="•"/>
                </a:pPr>
                <a:endParaRPr lang="en-GB" dirty="0">
                  <a:latin typeface="+mj-lt"/>
                </a:endParaRPr>
              </a:p>
            </p:txBody>
          </p:sp>
        </mc:Choice>
        <mc:Fallback xmlns="">
          <p:sp>
            <p:nvSpPr>
              <p:cNvPr id="3" name="TextBox 2">
                <a:extLst>
                  <a:ext uri="{FF2B5EF4-FFF2-40B4-BE49-F238E27FC236}">
                    <a16:creationId xmlns:a16="http://schemas.microsoft.com/office/drawing/2014/main" id="{D06006A6-7DB9-8B65-1A57-BFB01A71D8D7}"/>
                  </a:ext>
                </a:extLst>
              </p:cNvPr>
              <p:cNvSpPr txBox="1">
                <a:spLocks noRot="1" noChangeAspect="1" noMove="1" noResize="1" noEditPoints="1" noAdjustHandles="1" noChangeArrowheads="1" noChangeShapeType="1" noTextEdit="1"/>
              </p:cNvSpPr>
              <p:nvPr/>
            </p:nvSpPr>
            <p:spPr>
              <a:xfrm>
                <a:off x="6596742" y="1385347"/>
                <a:ext cx="5595258" cy="5132752"/>
              </a:xfrm>
              <a:prstGeom prst="rect">
                <a:avLst/>
              </a:prstGeom>
              <a:blipFill>
                <a:blip r:embed="rId2"/>
                <a:stretch>
                  <a:fillRect l="-980" t="-119"/>
                </a:stretch>
              </a:blipFill>
            </p:spPr>
            <p:txBody>
              <a:bodyPr/>
              <a:lstStyle/>
              <a:p>
                <a:r>
                  <a:rPr lang="en-GB">
                    <a:noFill/>
                  </a:rPr>
                  <a:t> </a:t>
                </a:r>
              </a:p>
            </p:txBody>
          </p:sp>
        </mc:Fallback>
      </mc:AlternateContent>
      <p:pic>
        <p:nvPicPr>
          <p:cNvPr id="5122" name="Picture 2" descr="Fixation probabilities for the Prisoner’s Dilemma game in the VT model with c = 1 and δ = 0.025. Points show simulation results for a decoupled update rule (blue, circles) and a death–birth update rule (red, squares). For the decoupled update rule, the approximate fixation probabilities given by equation (3.13) are plotted (blue, solid line) and for the death–birth update we plot a best fit line (red, dashed line). Fixation probabilities, given by equation (2.5), for an HL with death–birth update in the EGT model (green, solid line) are also shown for comparison. The grey dotted line shows the fixation probability for a neutral mutant. It is clear that cooperation is significantly favoured in the VT model with decoupled update rule when compared with the EGT results, in particular, the critical benefit-to-cost ratio is more than halved. However, when a death–birth update is introduced on the VT model this effect is suppressed and the critical benefit-to-cost ratio is very close to the EGT case. (Online version in colour.)">
            <a:extLst>
              <a:ext uri="{FF2B5EF4-FFF2-40B4-BE49-F238E27FC236}">
                <a16:creationId xmlns:a16="http://schemas.microsoft.com/office/drawing/2014/main" id="{4BB03BE9-5C25-79E6-F927-911D82AED0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820" y="1796145"/>
            <a:ext cx="6066010" cy="4413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0446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5FC68D-D433-DB6D-8261-9B3998C5A171}"/>
              </a:ext>
            </a:extLst>
          </p:cNvPr>
          <p:cNvSpPr>
            <a:spLocks noGrp="1"/>
          </p:cNvSpPr>
          <p:nvPr>
            <p:ph type="title"/>
          </p:nvPr>
        </p:nvSpPr>
        <p:spPr/>
        <p:txBody>
          <a:bodyPr/>
          <a:lstStyle/>
          <a:p>
            <a:r>
              <a:rPr lang="en-GB" dirty="0"/>
              <a:t>Summary</a:t>
            </a:r>
          </a:p>
        </p:txBody>
      </p:sp>
      <p:sp>
        <p:nvSpPr>
          <p:cNvPr id="4" name="TextBox 3">
            <a:extLst>
              <a:ext uri="{FF2B5EF4-FFF2-40B4-BE49-F238E27FC236}">
                <a16:creationId xmlns:a16="http://schemas.microsoft.com/office/drawing/2014/main" id="{17A4A633-EC56-4FE8-5FBC-7EE047F5CF47}"/>
              </a:ext>
            </a:extLst>
          </p:cNvPr>
          <p:cNvSpPr txBox="1"/>
          <p:nvPr/>
        </p:nvSpPr>
        <p:spPr>
          <a:xfrm>
            <a:off x="598714" y="2418862"/>
            <a:ext cx="11593286" cy="3416320"/>
          </a:xfrm>
          <a:prstGeom prst="rect">
            <a:avLst/>
          </a:prstGeom>
          <a:noFill/>
        </p:spPr>
        <p:txBody>
          <a:bodyPr wrap="square" rtlCol="0">
            <a:spAutoFit/>
          </a:bodyPr>
          <a:lstStyle/>
          <a:p>
            <a:pPr marL="342900" indent="-342900">
              <a:buFont typeface="Arial" panose="020B0604020202020204" pitchFamily="34" charset="0"/>
              <a:buChar char="•"/>
            </a:pPr>
            <a:r>
              <a:rPr lang="en-GB" sz="2400" dirty="0">
                <a:latin typeface="+mj-lt"/>
              </a:rPr>
              <a:t>Static graph models insufficient to study dynamics of an epithelium.</a:t>
            </a:r>
          </a:p>
          <a:p>
            <a:pPr marL="342900" indent="-342900">
              <a:buFont typeface="Arial" panose="020B0604020202020204" pitchFamily="34" charset="0"/>
              <a:buChar char="•"/>
            </a:pPr>
            <a:endParaRPr lang="en-GB" sz="2400" dirty="0">
              <a:latin typeface="+mj-lt"/>
            </a:endParaRPr>
          </a:p>
          <a:p>
            <a:pPr marL="342900" indent="-342900">
              <a:buFont typeface="Arial" panose="020B0604020202020204" pitchFamily="34" charset="0"/>
              <a:buChar char="•"/>
            </a:pPr>
            <a:r>
              <a:rPr lang="en-GB" sz="2400" dirty="0">
                <a:latin typeface="+mj-lt"/>
              </a:rPr>
              <a:t>The choice of update rule determines the dynamics!</a:t>
            </a:r>
          </a:p>
          <a:p>
            <a:pPr marL="342900" indent="-342900">
              <a:buFont typeface="Arial" panose="020B0604020202020204" pitchFamily="34" charset="0"/>
              <a:buChar char="•"/>
            </a:pPr>
            <a:endParaRPr lang="en-GB" sz="2400" dirty="0">
              <a:latin typeface="+mj-lt"/>
            </a:endParaRPr>
          </a:p>
          <a:p>
            <a:pPr marL="342900" indent="-342900">
              <a:buFont typeface="Arial" panose="020B0604020202020204" pitchFamily="34" charset="0"/>
              <a:buChar char="•"/>
            </a:pPr>
            <a:r>
              <a:rPr lang="en-GB" sz="2400" dirty="0">
                <a:latin typeface="+mj-lt"/>
              </a:rPr>
              <a:t>The VT model allows spatial decoupling of birth and death.</a:t>
            </a:r>
          </a:p>
          <a:p>
            <a:pPr marL="342900" indent="-342900">
              <a:buFont typeface="Arial" panose="020B0604020202020204" pitchFamily="34" charset="0"/>
              <a:buChar char="•"/>
            </a:pPr>
            <a:endParaRPr lang="en-GB" sz="2400" dirty="0">
              <a:latin typeface="+mj-lt"/>
            </a:endParaRPr>
          </a:p>
          <a:p>
            <a:pPr marL="342900" indent="-342900">
              <a:buFont typeface="Arial" panose="020B0604020202020204" pitchFamily="34" charset="0"/>
              <a:buChar char="•"/>
            </a:pPr>
            <a:r>
              <a:rPr lang="en-GB" sz="2400" dirty="0">
                <a:latin typeface="+mj-lt"/>
              </a:rPr>
              <a:t>With spatial decoupling, cooperation is more likely to succeed!</a:t>
            </a:r>
          </a:p>
          <a:p>
            <a:pPr marL="342900" indent="-342900">
              <a:buFont typeface="Arial" panose="020B0604020202020204" pitchFamily="34" charset="0"/>
              <a:buChar char="•"/>
            </a:pPr>
            <a:endParaRPr lang="en-GB" sz="2400" dirty="0">
              <a:latin typeface="+mj-lt"/>
            </a:endParaRPr>
          </a:p>
          <a:p>
            <a:pPr marL="342900" indent="-342900">
              <a:buFont typeface="Arial" panose="020B0604020202020204" pitchFamily="34" charset="0"/>
              <a:buChar char="•"/>
            </a:pPr>
            <a:endParaRPr lang="en-GB" sz="2400" dirty="0">
              <a:latin typeface="+mj-lt"/>
            </a:endParaRPr>
          </a:p>
        </p:txBody>
      </p:sp>
    </p:spTree>
    <p:extLst>
      <p:ext uri="{BB962C8B-B14F-4D97-AF65-F5344CB8AC3E}">
        <p14:creationId xmlns:p14="http://schemas.microsoft.com/office/powerpoint/2010/main" val="935104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Why Leonard Nimoy Nearly Refused To Play Spock In Star Trek II: The Wrath  Of Khan">
            <a:extLst>
              <a:ext uri="{FF2B5EF4-FFF2-40B4-BE49-F238E27FC236}">
                <a16:creationId xmlns:a16="http://schemas.microsoft.com/office/drawing/2014/main" id="{1B635219-D265-6118-4D45-4ED915787C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12192000" cy="685006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FB4710D-75FE-F76F-94C4-6747EBD29357}"/>
              </a:ext>
            </a:extLst>
          </p:cNvPr>
          <p:cNvSpPr txBox="1"/>
          <p:nvPr/>
        </p:nvSpPr>
        <p:spPr>
          <a:xfrm>
            <a:off x="0" y="873661"/>
            <a:ext cx="4093028" cy="2554545"/>
          </a:xfrm>
          <a:prstGeom prst="rect">
            <a:avLst/>
          </a:prstGeom>
          <a:noFill/>
        </p:spPr>
        <p:txBody>
          <a:bodyPr wrap="square" rtlCol="0">
            <a:spAutoFit/>
          </a:bodyPr>
          <a:lstStyle/>
          <a:p>
            <a:pPr algn="ctr"/>
            <a:r>
              <a:rPr lang="en-GB" sz="4000" b="1" dirty="0">
                <a:ln>
                  <a:solidFill>
                    <a:schemeClr val="tx1"/>
                  </a:solidFill>
                </a:ln>
                <a:solidFill>
                  <a:schemeClr val="bg1"/>
                </a:solidFill>
                <a:latin typeface="Impact" panose="020B0806030902050204" pitchFamily="34" charset="0"/>
              </a:rPr>
              <a:t>“The needs of the many outweigh the needs of the few – or the one”</a:t>
            </a:r>
          </a:p>
        </p:txBody>
      </p:sp>
    </p:spTree>
    <p:extLst>
      <p:ext uri="{BB962C8B-B14F-4D97-AF65-F5344CB8AC3E}">
        <p14:creationId xmlns:p14="http://schemas.microsoft.com/office/powerpoint/2010/main" val="3772981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2612D-1DF5-4398-8EF5-585FC20F79DB}"/>
              </a:ext>
            </a:extLst>
          </p:cNvPr>
          <p:cNvSpPr>
            <a:spLocks noGrp="1"/>
          </p:cNvSpPr>
          <p:nvPr>
            <p:ph type="title"/>
          </p:nvPr>
        </p:nvSpPr>
        <p:spPr/>
        <p:txBody>
          <a:bodyPr/>
          <a:lstStyle/>
          <a:p>
            <a:r>
              <a:rPr lang="en-GB" dirty="0"/>
              <a:t>Cell Motility?</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CF3C2ED-62D3-18C3-0B53-757A76DC962B}"/>
                  </a:ext>
                </a:extLst>
              </p:cNvPr>
              <p:cNvSpPr txBox="1"/>
              <p:nvPr/>
            </p:nvSpPr>
            <p:spPr>
              <a:xfrm>
                <a:off x="315685" y="1981199"/>
                <a:ext cx="4648201" cy="4093428"/>
              </a:xfrm>
              <a:prstGeom prst="rect">
                <a:avLst/>
              </a:prstGeom>
              <a:noFill/>
            </p:spPr>
            <p:txBody>
              <a:bodyPr wrap="square" rtlCol="0">
                <a:spAutoFit/>
              </a:bodyPr>
              <a:lstStyle/>
              <a:p>
                <a:pPr marL="342900" indent="-342900">
                  <a:buFont typeface="Arial" panose="020B0604020202020204" pitchFamily="34" charset="0"/>
                  <a:buChar char="•"/>
                </a:pPr>
                <a:r>
                  <a:rPr lang="en-GB" sz="2000" dirty="0">
                    <a:latin typeface="+mj-lt"/>
                  </a:rPr>
                  <a:t>What effect does cell motility have on cooperation?</a:t>
                </a:r>
              </a:p>
              <a:p>
                <a:pPr marL="342900" indent="-342900">
                  <a:buFont typeface="Arial" panose="020B0604020202020204" pitchFamily="34" charset="0"/>
                  <a:buChar char="•"/>
                </a:pPr>
                <a:endParaRPr lang="en-GB" sz="2000" dirty="0">
                  <a:latin typeface="+mj-lt"/>
                </a:endParaRPr>
              </a:p>
              <a:p>
                <a:pPr marL="342900" indent="-342900">
                  <a:buFont typeface="Arial" panose="020B0604020202020204" pitchFamily="34" charset="0"/>
                  <a:buChar char="•"/>
                </a:pPr>
                <a:r>
                  <a:rPr lang="en-GB" sz="2000" dirty="0">
                    <a:latin typeface="+mj-lt"/>
                  </a:rPr>
                  <a:t>EGT model with migration:</a:t>
                </a:r>
              </a:p>
              <a:p>
                <a:pPr marL="342900" indent="-342900">
                  <a:buFont typeface="Arial" panose="020B0604020202020204" pitchFamily="34" charset="0"/>
                  <a:buChar char="•"/>
                </a:pPr>
                <a:endParaRPr lang="en-GB" sz="2000" dirty="0">
                  <a:latin typeface="+mj-lt"/>
                </a:endParaRPr>
              </a:p>
              <a:p>
                <a:r>
                  <a:rPr lang="en-GB" sz="2000" dirty="0">
                    <a:latin typeface="+mj-lt"/>
                  </a:rPr>
                  <a:t>Each step, two cells swap places </a:t>
                </a:r>
              </a:p>
              <a:p>
                <a:r>
                  <a:rPr lang="en-GB" sz="2000" dirty="0">
                    <a:latin typeface="+mj-lt"/>
                  </a:rPr>
                  <a:t>with probability </a:t>
                </a:r>
                <a14:m>
                  <m:oMath xmlns:m="http://schemas.openxmlformats.org/officeDocument/2006/math">
                    <m:r>
                      <a:rPr lang="en-GB" sz="2000" b="0" i="1" smtClean="0">
                        <a:latin typeface="Cambria Math" panose="02040503050406030204" pitchFamily="18" charset="0"/>
                      </a:rPr>
                      <m:t>𝑚</m:t>
                    </m:r>
                  </m:oMath>
                </a14:m>
                <a:r>
                  <a:rPr lang="en-GB" sz="2000" dirty="0">
                    <a:latin typeface="+mj-lt"/>
                  </a:rPr>
                  <a:t>.</a:t>
                </a:r>
              </a:p>
              <a:p>
                <a:endParaRPr lang="en-GB" sz="2000" dirty="0">
                  <a:latin typeface="+mj-lt"/>
                </a:endParaRPr>
              </a:p>
              <a:p>
                <a:pPr marL="342900" indent="-342900">
                  <a:buFont typeface="Arial" panose="020B0604020202020204" pitchFamily="34" charset="0"/>
                  <a:buChar char="•"/>
                </a:pPr>
                <a:r>
                  <a:rPr lang="en-GB" sz="2000" dirty="0">
                    <a:latin typeface="+mj-lt"/>
                  </a:rPr>
                  <a:t>Increasing migration decreases </a:t>
                </a:r>
                <a14:m>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𝜌</m:t>
                        </m:r>
                      </m:e>
                      <m:sub>
                        <m:r>
                          <a:rPr lang="en-GB" sz="2000" b="0" i="1" smtClean="0">
                            <a:latin typeface="Cambria Math" panose="02040503050406030204" pitchFamily="18" charset="0"/>
                          </a:rPr>
                          <m:t>𝐶</m:t>
                        </m:r>
                      </m:sub>
                    </m:sSub>
                  </m:oMath>
                </a14:m>
                <a:r>
                  <a:rPr lang="en-GB" sz="2000" dirty="0">
                    <a:latin typeface="+mj-lt"/>
                  </a:rPr>
                  <a:t>.</a:t>
                </a:r>
              </a:p>
              <a:p>
                <a:pPr marL="342900" indent="-342900">
                  <a:buFont typeface="Arial" panose="020B0604020202020204" pitchFamily="34" charset="0"/>
                  <a:buChar char="•"/>
                </a:pPr>
                <a:endParaRPr lang="en-GB" sz="2000" dirty="0">
                  <a:latin typeface="+mj-lt"/>
                </a:endParaRPr>
              </a:p>
              <a:p>
                <a:pPr marL="342900" indent="-342900">
                  <a:buFont typeface="Arial" panose="020B0604020202020204" pitchFamily="34" charset="0"/>
                  <a:buChar char="•"/>
                </a:pPr>
                <a:r>
                  <a:rPr lang="en-GB" sz="2000" dirty="0">
                    <a:latin typeface="+mj-lt"/>
                  </a:rPr>
                  <a:t>Thus, cell motility not the likely reason for the cooperative success of the VT model!</a:t>
                </a:r>
              </a:p>
            </p:txBody>
          </p:sp>
        </mc:Choice>
        <mc:Fallback xmlns="">
          <p:sp>
            <p:nvSpPr>
              <p:cNvPr id="3" name="TextBox 2">
                <a:extLst>
                  <a:ext uri="{FF2B5EF4-FFF2-40B4-BE49-F238E27FC236}">
                    <a16:creationId xmlns:a16="http://schemas.microsoft.com/office/drawing/2014/main" id="{DCF3C2ED-62D3-18C3-0B53-757A76DC962B}"/>
                  </a:ext>
                </a:extLst>
              </p:cNvPr>
              <p:cNvSpPr txBox="1">
                <a:spLocks noRot="1" noChangeAspect="1" noMove="1" noResize="1" noEditPoints="1" noAdjustHandles="1" noChangeArrowheads="1" noChangeShapeType="1" noTextEdit="1"/>
              </p:cNvSpPr>
              <p:nvPr/>
            </p:nvSpPr>
            <p:spPr>
              <a:xfrm>
                <a:off x="315685" y="1981199"/>
                <a:ext cx="4648201" cy="4093428"/>
              </a:xfrm>
              <a:prstGeom prst="rect">
                <a:avLst/>
              </a:prstGeom>
              <a:blipFill>
                <a:blip r:embed="rId2"/>
                <a:stretch>
                  <a:fillRect l="-1444" t="-596" b="-1937"/>
                </a:stretch>
              </a:blipFill>
            </p:spPr>
            <p:txBody>
              <a:bodyPr/>
              <a:lstStyle/>
              <a:p>
                <a:r>
                  <a:rPr lang="en-GB">
                    <a:noFill/>
                  </a:rPr>
                  <a:t> </a:t>
                </a:r>
              </a:p>
            </p:txBody>
          </p:sp>
        </mc:Fallback>
      </mc:AlternateContent>
      <p:pic>
        <p:nvPicPr>
          <p:cNvPr id="5124" name="Picture 4" descr="Fixation probabilities for an EGT model with migration on an HL, with c = 1 and δ = 0.025, are obtained through simulation. The parameter m is the probability that a migration event will occur in each time step. If such an event occurs, two neighbouring cells are randomly selected to swap vertices. Increasing m leads to decreased cooperative success. The case m = 0 corresponds to our original EGT model with no migration. (Online version in colour.)">
            <a:extLst>
              <a:ext uri="{FF2B5EF4-FFF2-40B4-BE49-F238E27FC236}">
                <a16:creationId xmlns:a16="http://schemas.microsoft.com/office/drawing/2014/main" id="{CBDEE5A3-9DC1-E8E1-554D-5883F4865B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5186" y="1763485"/>
            <a:ext cx="6254929" cy="4523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063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OTT_6103 (PowerPoint Guidelines) POT_Widescreen_002">
  <a:themeElements>
    <a:clrScheme name="Notts">
      <a:dk1>
        <a:sysClr val="windowText" lastClr="000000"/>
      </a:dk1>
      <a:lt1>
        <a:sysClr val="window" lastClr="FFFFFF"/>
      </a:lt1>
      <a:dk2>
        <a:srgbClr val="007DA8"/>
      </a:dk2>
      <a:lt2>
        <a:srgbClr val="009BBD"/>
      </a:lt2>
      <a:accent1>
        <a:srgbClr val="005697"/>
      </a:accent1>
      <a:accent2>
        <a:srgbClr val="1B2A6B"/>
      </a:accent2>
      <a:accent3>
        <a:srgbClr val="191A4F"/>
      </a:accent3>
      <a:accent4>
        <a:srgbClr val="B32C76"/>
      </a:accent4>
      <a:accent5>
        <a:srgbClr val="D27826"/>
      </a:accent5>
      <a:accent6>
        <a:srgbClr val="38A159"/>
      </a:accent6>
      <a:hlink>
        <a:srgbClr val="0563C1"/>
      </a:hlink>
      <a:folHlink>
        <a:srgbClr val="954F72"/>
      </a:folHlink>
    </a:clrScheme>
    <a:fontScheme name="Notts">
      <a:majorFont>
        <a:latin typeface="Arial"/>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70000">
              <a:srgbClr val="00487E">
                <a:lumMod val="85000"/>
                <a:lumOff val="15000"/>
              </a:srgbClr>
            </a:gs>
            <a:gs pos="17000">
              <a:schemeClr val="accent1"/>
            </a:gs>
            <a:gs pos="100000">
              <a:schemeClr val="accent1">
                <a:lumMod val="75000"/>
              </a:schemeClr>
            </a:gs>
          </a:gsLst>
          <a:lin ang="0" scaled="1"/>
          <a:tileRect/>
        </a:gradFill>
        <a:ln>
          <a:noFill/>
        </a:ln>
      </a:spPr>
      <a:bodyPr rtlCol="0" anchor="ctr"/>
      <a:lstStyle>
        <a:defPPr algn="ctr">
          <a:defRPr sz="2400" b="1" dirty="0">
            <a:latin typeface="+mj-lt"/>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400" dirty="0" err="1" smtClean="0">
            <a:latin typeface="+mj-lt"/>
          </a:defRPr>
        </a:defPPr>
      </a:lstStyle>
    </a:txDef>
  </a:objectDefaults>
  <a:extraClrSchemeLst/>
  <a:extLst>
    <a:ext uri="{05A4C25C-085E-4340-85A3-A5531E510DB2}">
      <thm15:themeFamily xmlns:thm15="http://schemas.microsoft.com/office/thememl/2012/main" name="NOTT_6103 (PowerPoint Guidelines) POT_Widescreen_001" id="{81F3E3EA-E64F-4445-9547-4C0E98DD302B}" vid="{B96464EC-35CD-433F-A30D-F35B5417D5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1230</TotalTime>
  <Words>594</Words>
  <Application>Microsoft Office PowerPoint</Application>
  <PresentationFormat>Widescreen</PresentationFormat>
  <Paragraphs>144</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Cambria Math</vt:lpstr>
      <vt:lpstr>Georgia</vt:lpstr>
      <vt:lpstr>Impact</vt:lpstr>
      <vt:lpstr>Wingdings</vt:lpstr>
      <vt:lpstr>NOTT_6103 (PowerPoint Guidelines) POT_Widescreen_002</vt:lpstr>
      <vt:lpstr>Cal Marples</vt:lpstr>
      <vt:lpstr>PowerPoint Presentation</vt:lpstr>
      <vt:lpstr>Outline</vt:lpstr>
      <vt:lpstr>The Prisoner’s Dilemma</vt:lpstr>
      <vt:lpstr>Evolutionary Graph Theory (EGT)</vt:lpstr>
      <vt:lpstr>The Update Rule</vt:lpstr>
      <vt:lpstr>Death-birth Update</vt:lpstr>
      <vt:lpstr>Voronoi Tesselation Model (VT)</vt:lpstr>
      <vt:lpstr>Model Comparison</vt:lpstr>
      <vt:lpstr>Summary</vt:lpstr>
      <vt:lpstr>PowerPoint Presentation</vt:lpstr>
      <vt:lpstr>Cell Motility?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Callum Marples</dc:creator>
  <cp:lastModifiedBy>Callum Marples</cp:lastModifiedBy>
  <cp:revision>5</cp:revision>
  <dcterms:created xsi:type="dcterms:W3CDTF">2025-02-16T20:46:36Z</dcterms:created>
  <dcterms:modified xsi:type="dcterms:W3CDTF">2026-01-19T10:14:49Z</dcterms:modified>
</cp:coreProperties>
</file>